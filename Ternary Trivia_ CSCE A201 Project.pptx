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aleway"/>
      <p:regular r:id="rId20"/>
      <p:bold r:id="rId21"/>
      <p:italic r:id="rId22"/>
      <p:boldItalic r:id="rId23"/>
    </p:embeddedFont>
    <p:embeddedFont>
      <p:font typeface="Poppi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Poppins-regular.fntdata"/><Relationship Id="rId23" Type="http://schemas.openxmlformats.org/officeDocument/2006/relationships/font" Target="fonts/Raleway-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italic.fntdata"/><Relationship Id="rId25" Type="http://schemas.openxmlformats.org/officeDocument/2006/relationships/font" Target="fonts/Poppins-bold.fntdata"/><Relationship Id="rId27" Type="http://schemas.openxmlformats.org/officeDocument/2006/relationships/font" Target="fonts/Poppi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d3401ed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ed3401ed3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200">
                <a:solidFill>
                  <a:schemeClr val="dk1"/>
                </a:solidFill>
                <a:latin typeface="Times New Roman"/>
                <a:ea typeface="Times New Roman"/>
                <a:cs typeface="Times New Roman"/>
                <a:sym typeface="Times New Roman"/>
              </a:rPr>
              <a:t>Apart from the introduction to the project, the presentation should include the project development strategy or methodology, demonstration or execution screenshots, GitHub details, contributions of each group member, conclusion, references, if any.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53335fc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53335fc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Hunter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d53335fc8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d53335fc8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53335fc8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d53335fc8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d53335fc8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d53335fc8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58ad56aa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d58ad56aa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53335fc8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d53335fc8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53335fc8d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d53335fc8d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53335fc8d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d53335fc8d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Hunter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d53335fc8d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d53335fc8d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Hunter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53335fc8d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d53335fc8d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Hunter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d53335fc8d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d53335fc8d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Hunter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d53335fc8d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d53335fc8d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d58ad56aa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d58ad56aa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135c9f142d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135c9f142d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0" name="Google Shape;10;p2"/>
          <p:cNvSpPr/>
          <p:nvPr/>
        </p:nvSpPr>
        <p:spPr>
          <a:xfrm>
            <a:off x="142726" y="2203570"/>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1" name="Google Shape;11;p2"/>
          <p:cNvSpPr/>
          <p:nvPr/>
        </p:nvSpPr>
        <p:spPr>
          <a:xfrm>
            <a:off x="1033864" y="862414"/>
            <a:ext cx="7696200" cy="4038600"/>
          </a:xfrm>
          <a:prstGeom prst="roundRect">
            <a:avLst>
              <a:gd fmla="val 6817" name="adj"/>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12" name="Google Shape;12;p2"/>
          <p:cNvSpPr/>
          <p:nvPr/>
        </p:nvSpPr>
        <p:spPr>
          <a:xfrm>
            <a:off x="930544" y="753928"/>
            <a:ext cx="7696200" cy="4038600"/>
          </a:xfrm>
          <a:prstGeom prst="roundRect">
            <a:avLst>
              <a:gd fmla="val 6817" name="adj"/>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13" name="Google Shape;13;p2"/>
          <p:cNvSpPr/>
          <p:nvPr/>
        </p:nvSpPr>
        <p:spPr>
          <a:xfrm>
            <a:off x="827216" y="655447"/>
            <a:ext cx="7696200" cy="4038600"/>
          </a:xfrm>
          <a:prstGeom prst="roundRect">
            <a:avLst>
              <a:gd fmla="val 6817" name="adj"/>
            </a:avLst>
          </a:prstGeom>
          <a:solidFill>
            <a:schemeClr val="accent4"/>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14" name="Google Shape;14;p2"/>
          <p:cNvGrpSpPr/>
          <p:nvPr/>
        </p:nvGrpSpPr>
        <p:grpSpPr>
          <a:xfrm>
            <a:off x="723900" y="552450"/>
            <a:ext cx="7696200" cy="4038600"/>
            <a:chOff x="723900" y="552450"/>
            <a:chExt cx="7696200" cy="4038600"/>
          </a:xfrm>
        </p:grpSpPr>
        <p:sp>
          <p:nvSpPr>
            <p:cNvPr id="15" name="Google Shape;15;p2"/>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6" name="Google Shape;16;p2"/>
            <p:cNvCxnSpPr/>
            <p:nvPr/>
          </p:nvCxnSpPr>
          <p:spPr>
            <a:xfrm>
              <a:off x="723900" y="831742"/>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7" name="Google Shape;17;p2"/>
          <p:cNvSpPr txBox="1"/>
          <p:nvPr>
            <p:ph type="ctrTitle"/>
          </p:nvPr>
        </p:nvSpPr>
        <p:spPr>
          <a:xfrm>
            <a:off x="1161025" y="1411213"/>
            <a:ext cx="6822000" cy="1967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8" name="Google Shape;18;p2"/>
          <p:cNvSpPr txBox="1"/>
          <p:nvPr>
            <p:ph idx="1" type="subTitle"/>
          </p:nvPr>
        </p:nvSpPr>
        <p:spPr>
          <a:xfrm>
            <a:off x="2352850" y="3404725"/>
            <a:ext cx="4438200" cy="4302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1" name="Google Shape;21;p3"/>
          <p:cNvSpPr/>
          <p:nvPr/>
        </p:nvSpPr>
        <p:spPr>
          <a:xfrm>
            <a:off x="2047639" y="-154093"/>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2" name="Google Shape;22;p3"/>
          <p:cNvSpPr/>
          <p:nvPr/>
        </p:nvSpPr>
        <p:spPr>
          <a:xfrm rot="5400000">
            <a:off x="-202241" y="1479304"/>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23" name="Google Shape;23;p3"/>
          <p:cNvGrpSpPr/>
          <p:nvPr/>
        </p:nvGrpSpPr>
        <p:grpSpPr>
          <a:xfrm>
            <a:off x="299451" y="310063"/>
            <a:ext cx="8545091" cy="4523232"/>
            <a:chOff x="723900" y="552450"/>
            <a:chExt cx="7696200" cy="4038600"/>
          </a:xfrm>
        </p:grpSpPr>
        <p:sp>
          <p:nvSpPr>
            <p:cNvPr id="24" name="Google Shape;24;p3"/>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5" name="Google Shape;25;p3"/>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6" name="Google Shape;26;p3"/>
          <p:cNvSpPr txBox="1"/>
          <p:nvPr>
            <p:ph type="title"/>
          </p:nvPr>
        </p:nvSpPr>
        <p:spPr>
          <a:xfrm>
            <a:off x="3322325" y="1639425"/>
            <a:ext cx="4779000" cy="1335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7" name="Google Shape;27;p3"/>
          <p:cNvSpPr txBox="1"/>
          <p:nvPr>
            <p:ph hasCustomPrompt="1" idx="2" type="title"/>
          </p:nvPr>
        </p:nvSpPr>
        <p:spPr>
          <a:xfrm>
            <a:off x="1725504" y="1960610"/>
            <a:ext cx="1013700" cy="1014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44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 name="Google Shape;28;p3"/>
          <p:cNvSpPr txBox="1"/>
          <p:nvPr>
            <p:ph idx="1" type="subTitle"/>
          </p:nvPr>
        </p:nvSpPr>
        <p:spPr>
          <a:xfrm>
            <a:off x="3322325" y="2974475"/>
            <a:ext cx="4779000" cy="474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9" name="Shape 29"/>
        <p:cNvGrpSpPr/>
        <p:nvPr/>
      </p:nvGrpSpPr>
      <p:grpSpPr>
        <a:xfrm>
          <a:off x="0" y="0"/>
          <a:ext cx="0" cy="0"/>
          <a:chOff x="0" y="0"/>
          <a:chExt cx="0" cy="0"/>
        </a:xfrm>
      </p:grpSpPr>
      <p:pic>
        <p:nvPicPr>
          <p:cNvPr id="30" name="Google Shape;30;p4"/>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31" name="Google Shape;31;p4"/>
          <p:cNvSpPr/>
          <p:nvPr/>
        </p:nvSpPr>
        <p:spPr>
          <a:xfrm>
            <a:off x="-581373" y="1324339"/>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2" name="Google Shape;32;p4"/>
          <p:cNvGrpSpPr/>
          <p:nvPr/>
        </p:nvGrpSpPr>
        <p:grpSpPr>
          <a:xfrm>
            <a:off x="8026904" y="2780636"/>
            <a:ext cx="1199270" cy="599635"/>
            <a:chOff x="5638801" y="2709863"/>
            <a:chExt cx="495300" cy="247650"/>
          </a:xfrm>
        </p:grpSpPr>
        <p:sp>
          <p:nvSpPr>
            <p:cNvPr id="33" name="Google Shape;33;p4"/>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4" name="Google Shape;34;p4"/>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35" name="Google Shape;35;p4"/>
          <p:cNvGrpSpPr/>
          <p:nvPr/>
        </p:nvGrpSpPr>
        <p:grpSpPr>
          <a:xfrm>
            <a:off x="299451" y="310063"/>
            <a:ext cx="8545091" cy="4523232"/>
            <a:chOff x="723900" y="552450"/>
            <a:chExt cx="7696200" cy="4038600"/>
          </a:xfrm>
        </p:grpSpPr>
        <p:sp>
          <p:nvSpPr>
            <p:cNvPr id="36" name="Google Shape;36;p4"/>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37" name="Google Shape;37;p4"/>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38" name="Google Shape;38;p4"/>
          <p:cNvSpPr txBox="1"/>
          <p:nvPr>
            <p:ph type="title"/>
          </p:nvPr>
        </p:nvSpPr>
        <p:spPr>
          <a:xfrm>
            <a:off x="720000" y="445025"/>
            <a:ext cx="7704000" cy="461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sz="26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9" name="Google Shape;39;p4"/>
          <p:cNvSpPr txBox="1"/>
          <p:nvPr>
            <p:ph idx="1" type="body"/>
          </p:nvPr>
        </p:nvSpPr>
        <p:spPr>
          <a:xfrm>
            <a:off x="720000" y="977663"/>
            <a:ext cx="7704000" cy="316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200"/>
            </a:lvl1pPr>
            <a:lvl2pPr indent="-317500" lvl="1" marL="914400" rtl="0">
              <a:lnSpc>
                <a:spcPct val="100000"/>
              </a:lnSpc>
              <a:spcBef>
                <a:spcPts val="0"/>
              </a:spcBef>
              <a:spcAft>
                <a:spcPts val="0"/>
              </a:spcAft>
              <a:buSzPts val="1400"/>
              <a:buChar char="○"/>
              <a:defRPr/>
            </a:lvl2pPr>
            <a:lvl3pPr indent="-317500" lvl="2" marL="1371600" rtl="0">
              <a:lnSpc>
                <a:spcPct val="100000"/>
              </a:lnSpc>
              <a:spcBef>
                <a:spcPts val="0"/>
              </a:spcBef>
              <a:spcAft>
                <a:spcPts val="0"/>
              </a:spcAft>
              <a:buSzPts val="1400"/>
              <a:buChar char="■"/>
              <a:defRPr/>
            </a:lvl3pPr>
            <a:lvl4pPr indent="-317500" lvl="3" marL="1828800" rtl="0">
              <a:lnSpc>
                <a:spcPct val="100000"/>
              </a:lnSpc>
              <a:spcBef>
                <a:spcPts val="0"/>
              </a:spcBef>
              <a:spcAft>
                <a:spcPts val="0"/>
              </a:spcAft>
              <a:buSzPts val="1400"/>
              <a:buChar char="●"/>
              <a:defRPr/>
            </a:lvl4pPr>
            <a:lvl5pPr indent="-317500" lvl="4" marL="2286000" rtl="0">
              <a:lnSpc>
                <a:spcPct val="100000"/>
              </a:lnSpc>
              <a:spcBef>
                <a:spcPts val="0"/>
              </a:spcBef>
              <a:spcAft>
                <a:spcPts val="0"/>
              </a:spcAft>
              <a:buSzPts val="1400"/>
              <a:buChar char="○"/>
              <a:defRPr/>
            </a:lvl5pPr>
            <a:lvl6pPr indent="-317500" lvl="5" marL="2743200" rtl="0">
              <a:lnSpc>
                <a:spcPct val="100000"/>
              </a:lnSpc>
              <a:spcBef>
                <a:spcPts val="0"/>
              </a:spcBef>
              <a:spcAft>
                <a:spcPts val="0"/>
              </a:spcAft>
              <a:buSzPts val="1400"/>
              <a:buChar char="■"/>
              <a:defRPr/>
            </a:lvl6pPr>
            <a:lvl7pPr indent="-317500" lvl="6" marL="3200400" rtl="0">
              <a:lnSpc>
                <a:spcPct val="100000"/>
              </a:lnSpc>
              <a:spcBef>
                <a:spcPts val="0"/>
              </a:spcBef>
              <a:spcAft>
                <a:spcPts val="0"/>
              </a:spcAft>
              <a:buSzPts val="1400"/>
              <a:buChar char="●"/>
              <a:defRPr/>
            </a:lvl7pPr>
            <a:lvl8pPr indent="-317500" lvl="7" marL="3657600" rtl="0">
              <a:lnSpc>
                <a:spcPct val="100000"/>
              </a:lnSpc>
              <a:spcBef>
                <a:spcPts val="0"/>
              </a:spcBef>
              <a:spcAft>
                <a:spcPts val="0"/>
              </a:spcAft>
              <a:buSzPts val="1400"/>
              <a:buChar char="○"/>
              <a:defRPr/>
            </a:lvl8pPr>
            <a:lvl9pPr indent="-317500" lvl="8" marL="4114800" rtl="0">
              <a:lnSpc>
                <a:spcPct val="100000"/>
              </a:lnSpc>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pic>
        <p:nvPicPr>
          <p:cNvPr id="41" name="Google Shape;41;p5"/>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grpSp>
        <p:nvGrpSpPr>
          <p:cNvPr id="42" name="Google Shape;42;p5"/>
          <p:cNvGrpSpPr/>
          <p:nvPr/>
        </p:nvGrpSpPr>
        <p:grpSpPr>
          <a:xfrm>
            <a:off x="-318952" y="-319341"/>
            <a:ext cx="812387" cy="815361"/>
            <a:chOff x="2759075" y="2149476"/>
            <a:chExt cx="433389" cy="434975"/>
          </a:xfrm>
        </p:grpSpPr>
        <p:sp>
          <p:nvSpPr>
            <p:cNvPr id="43" name="Google Shape;43;p5"/>
            <p:cNvSpPr/>
            <p:nvPr/>
          </p:nvSpPr>
          <p:spPr>
            <a:xfrm>
              <a:off x="2759075" y="2149476"/>
              <a:ext cx="433389" cy="434975"/>
            </a:xfrm>
            <a:custGeom>
              <a:rect b="b" l="l" r="r" t="t"/>
              <a:pathLst>
                <a:path extrusionOk="0" h="738" w="738">
                  <a:moveTo>
                    <a:pt x="0" y="369"/>
                  </a:moveTo>
                  <a:cubicBezTo>
                    <a:pt x="0" y="165"/>
                    <a:pt x="165" y="0"/>
                    <a:pt x="369" y="0"/>
                  </a:cubicBezTo>
                  <a:cubicBezTo>
                    <a:pt x="572" y="0"/>
                    <a:pt x="738" y="165"/>
                    <a:pt x="738" y="369"/>
                  </a:cubicBezTo>
                  <a:cubicBezTo>
                    <a:pt x="738" y="572"/>
                    <a:pt x="572" y="738"/>
                    <a:pt x="369" y="738"/>
                  </a:cubicBezTo>
                  <a:cubicBezTo>
                    <a:pt x="165" y="738"/>
                    <a:pt x="0" y="572"/>
                    <a:pt x="0" y="369"/>
                  </a:cubicBezTo>
                  <a:close/>
                  <a:moveTo>
                    <a:pt x="108" y="369"/>
                  </a:moveTo>
                  <a:cubicBezTo>
                    <a:pt x="108" y="513"/>
                    <a:pt x="225" y="629"/>
                    <a:pt x="369" y="629"/>
                  </a:cubicBezTo>
                  <a:cubicBezTo>
                    <a:pt x="513" y="629"/>
                    <a:pt x="630" y="513"/>
                    <a:pt x="630" y="369"/>
                  </a:cubicBezTo>
                  <a:cubicBezTo>
                    <a:pt x="630" y="224"/>
                    <a:pt x="513" y="108"/>
                    <a:pt x="369" y="108"/>
                  </a:cubicBezTo>
                  <a:cubicBezTo>
                    <a:pt x="225" y="108"/>
                    <a:pt x="108" y="224"/>
                    <a:pt x="108" y="369"/>
                  </a:cubicBezTo>
                  <a:close/>
                </a:path>
              </a:pathLst>
            </a:custGeom>
            <a:solidFill>
              <a:schemeClr val="accent2"/>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4" name="Google Shape;44;p5"/>
            <p:cNvSpPr/>
            <p:nvPr/>
          </p:nvSpPr>
          <p:spPr>
            <a:xfrm>
              <a:off x="2936876" y="2328863"/>
              <a:ext cx="128588" cy="130175"/>
            </a:xfrm>
            <a:custGeom>
              <a:rect b="b" l="l" r="r" t="t"/>
              <a:pathLst>
                <a:path extrusionOk="0" h="221" w="220">
                  <a:moveTo>
                    <a:pt x="173" y="35"/>
                  </a:moveTo>
                  <a:cubicBezTo>
                    <a:pt x="215" y="71"/>
                    <a:pt x="220" y="133"/>
                    <a:pt x="185" y="174"/>
                  </a:cubicBezTo>
                  <a:cubicBezTo>
                    <a:pt x="150" y="216"/>
                    <a:pt x="87" y="221"/>
                    <a:pt x="46" y="185"/>
                  </a:cubicBezTo>
                  <a:cubicBezTo>
                    <a:pt x="5" y="150"/>
                    <a:pt x="0" y="88"/>
                    <a:pt x="35" y="47"/>
                  </a:cubicBezTo>
                  <a:cubicBezTo>
                    <a:pt x="70" y="5"/>
                    <a:pt x="132" y="0"/>
                    <a:pt x="173" y="35"/>
                  </a:cubicBezTo>
                  <a:close/>
                </a:path>
              </a:pathLst>
            </a:custGeom>
            <a:solidFill>
              <a:schemeClr val="accent1"/>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45" name="Google Shape;45;p5"/>
          <p:cNvSpPr/>
          <p:nvPr/>
        </p:nvSpPr>
        <p:spPr>
          <a:xfrm rot="5400000">
            <a:off x="8653558" y="1434665"/>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6" name="Google Shape;46;p5"/>
          <p:cNvGrpSpPr/>
          <p:nvPr/>
        </p:nvGrpSpPr>
        <p:grpSpPr>
          <a:xfrm>
            <a:off x="299451" y="310063"/>
            <a:ext cx="8545091" cy="4523232"/>
            <a:chOff x="723900" y="552450"/>
            <a:chExt cx="7696200" cy="4038600"/>
          </a:xfrm>
        </p:grpSpPr>
        <p:sp>
          <p:nvSpPr>
            <p:cNvPr id="47" name="Google Shape;47;p5"/>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48" name="Google Shape;48;p5"/>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49" name="Google Shape;49;p5"/>
          <p:cNvSpPr txBox="1"/>
          <p:nvPr>
            <p:ph idx="1" type="subTitle"/>
          </p:nvPr>
        </p:nvSpPr>
        <p:spPr>
          <a:xfrm>
            <a:off x="1371275" y="2672122"/>
            <a:ext cx="29076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0" name="Google Shape;50;p5"/>
          <p:cNvSpPr txBox="1"/>
          <p:nvPr>
            <p:ph idx="2" type="subTitle"/>
          </p:nvPr>
        </p:nvSpPr>
        <p:spPr>
          <a:xfrm>
            <a:off x="4875150" y="2672122"/>
            <a:ext cx="2907600" cy="425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1" name="Google Shape;51;p5"/>
          <p:cNvSpPr txBox="1"/>
          <p:nvPr>
            <p:ph idx="3" type="subTitle"/>
          </p:nvPr>
        </p:nvSpPr>
        <p:spPr>
          <a:xfrm>
            <a:off x="1371275" y="3021624"/>
            <a:ext cx="2907600" cy="11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2" name="Google Shape;52;p5"/>
          <p:cNvSpPr txBox="1"/>
          <p:nvPr>
            <p:ph idx="4" type="subTitle"/>
          </p:nvPr>
        </p:nvSpPr>
        <p:spPr>
          <a:xfrm>
            <a:off x="4875150" y="3021624"/>
            <a:ext cx="2907600" cy="11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 name="Google Shape;53;p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pic>
        <p:nvPicPr>
          <p:cNvPr id="55" name="Google Shape;55;p6"/>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grpSp>
        <p:nvGrpSpPr>
          <p:cNvPr id="56" name="Google Shape;56;p6"/>
          <p:cNvGrpSpPr/>
          <p:nvPr/>
        </p:nvGrpSpPr>
        <p:grpSpPr>
          <a:xfrm>
            <a:off x="8982566" y="1860189"/>
            <a:ext cx="812387" cy="815361"/>
            <a:chOff x="2759075" y="2149476"/>
            <a:chExt cx="433389" cy="434975"/>
          </a:xfrm>
        </p:grpSpPr>
        <p:sp>
          <p:nvSpPr>
            <p:cNvPr id="57" name="Google Shape;57;p6"/>
            <p:cNvSpPr/>
            <p:nvPr/>
          </p:nvSpPr>
          <p:spPr>
            <a:xfrm>
              <a:off x="2759075" y="2149476"/>
              <a:ext cx="433389" cy="434975"/>
            </a:xfrm>
            <a:custGeom>
              <a:rect b="b" l="l" r="r" t="t"/>
              <a:pathLst>
                <a:path extrusionOk="0" h="738" w="738">
                  <a:moveTo>
                    <a:pt x="0" y="369"/>
                  </a:moveTo>
                  <a:cubicBezTo>
                    <a:pt x="0" y="165"/>
                    <a:pt x="165" y="0"/>
                    <a:pt x="369" y="0"/>
                  </a:cubicBezTo>
                  <a:cubicBezTo>
                    <a:pt x="572" y="0"/>
                    <a:pt x="738" y="165"/>
                    <a:pt x="738" y="369"/>
                  </a:cubicBezTo>
                  <a:cubicBezTo>
                    <a:pt x="738" y="572"/>
                    <a:pt x="572" y="738"/>
                    <a:pt x="369" y="738"/>
                  </a:cubicBezTo>
                  <a:cubicBezTo>
                    <a:pt x="165" y="738"/>
                    <a:pt x="0" y="572"/>
                    <a:pt x="0" y="369"/>
                  </a:cubicBezTo>
                  <a:close/>
                  <a:moveTo>
                    <a:pt x="108" y="369"/>
                  </a:moveTo>
                  <a:cubicBezTo>
                    <a:pt x="108" y="513"/>
                    <a:pt x="225" y="629"/>
                    <a:pt x="369" y="629"/>
                  </a:cubicBezTo>
                  <a:cubicBezTo>
                    <a:pt x="513" y="629"/>
                    <a:pt x="630" y="513"/>
                    <a:pt x="630" y="369"/>
                  </a:cubicBezTo>
                  <a:cubicBezTo>
                    <a:pt x="630" y="224"/>
                    <a:pt x="513" y="108"/>
                    <a:pt x="369" y="108"/>
                  </a:cubicBezTo>
                  <a:cubicBezTo>
                    <a:pt x="225" y="108"/>
                    <a:pt x="108" y="224"/>
                    <a:pt x="108" y="369"/>
                  </a:cubicBezTo>
                  <a:close/>
                </a:path>
              </a:pathLst>
            </a:custGeom>
            <a:solidFill>
              <a:schemeClr val="accen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8" name="Google Shape;58;p6"/>
            <p:cNvSpPr/>
            <p:nvPr/>
          </p:nvSpPr>
          <p:spPr>
            <a:xfrm>
              <a:off x="2936876" y="2328863"/>
              <a:ext cx="128588" cy="130175"/>
            </a:xfrm>
            <a:custGeom>
              <a:rect b="b" l="l" r="r" t="t"/>
              <a:pathLst>
                <a:path extrusionOk="0" h="221" w="220">
                  <a:moveTo>
                    <a:pt x="173" y="35"/>
                  </a:moveTo>
                  <a:cubicBezTo>
                    <a:pt x="215" y="71"/>
                    <a:pt x="220" y="133"/>
                    <a:pt x="185" y="174"/>
                  </a:cubicBezTo>
                  <a:cubicBezTo>
                    <a:pt x="150" y="216"/>
                    <a:pt x="87" y="221"/>
                    <a:pt x="46" y="185"/>
                  </a:cubicBezTo>
                  <a:cubicBezTo>
                    <a:pt x="5" y="150"/>
                    <a:pt x="0" y="88"/>
                    <a:pt x="35" y="47"/>
                  </a:cubicBezTo>
                  <a:cubicBezTo>
                    <a:pt x="70" y="5"/>
                    <a:pt x="132" y="0"/>
                    <a:pt x="173" y="35"/>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9" name="Google Shape;59;p6"/>
          <p:cNvSpPr/>
          <p:nvPr/>
        </p:nvSpPr>
        <p:spPr>
          <a:xfrm rot="5400000">
            <a:off x="-254725" y="1702867"/>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0" name="Google Shape;60;p6"/>
          <p:cNvGrpSpPr/>
          <p:nvPr/>
        </p:nvGrpSpPr>
        <p:grpSpPr>
          <a:xfrm>
            <a:off x="299452" y="310063"/>
            <a:ext cx="8545091" cy="4523232"/>
            <a:chOff x="723900" y="552450"/>
            <a:chExt cx="7696200" cy="4038600"/>
          </a:xfrm>
        </p:grpSpPr>
        <p:sp>
          <p:nvSpPr>
            <p:cNvPr id="61" name="Google Shape;61;p6"/>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62" name="Google Shape;62;p6"/>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63" name="Google Shape;63;p6"/>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4" name="Shape 64"/>
        <p:cNvGrpSpPr/>
        <p:nvPr/>
      </p:nvGrpSpPr>
      <p:grpSpPr>
        <a:xfrm>
          <a:off x="0" y="0"/>
          <a:ext cx="0" cy="0"/>
          <a:chOff x="0" y="0"/>
          <a:chExt cx="0" cy="0"/>
        </a:xfrm>
      </p:grpSpPr>
      <p:pic>
        <p:nvPicPr>
          <p:cNvPr id="65" name="Google Shape;65;p7"/>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66" name="Google Shape;66;p7"/>
          <p:cNvSpPr/>
          <p:nvPr/>
        </p:nvSpPr>
        <p:spPr>
          <a:xfrm>
            <a:off x="8313354" y="415182"/>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7" name="Google Shape;67;p7"/>
          <p:cNvSpPr/>
          <p:nvPr/>
        </p:nvSpPr>
        <p:spPr>
          <a:xfrm>
            <a:off x="-336312" y="-82796"/>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8" name="Google Shape;68;p7"/>
          <p:cNvGrpSpPr/>
          <p:nvPr/>
        </p:nvGrpSpPr>
        <p:grpSpPr>
          <a:xfrm>
            <a:off x="299451" y="310063"/>
            <a:ext cx="8545091" cy="4523232"/>
            <a:chOff x="723900" y="552450"/>
            <a:chExt cx="7696200" cy="4038600"/>
          </a:xfrm>
        </p:grpSpPr>
        <p:sp>
          <p:nvSpPr>
            <p:cNvPr id="69" name="Google Shape;69;p7"/>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70" name="Google Shape;70;p7"/>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71" name="Google Shape;71;p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2" name="Google Shape;72;p7"/>
          <p:cNvSpPr txBox="1"/>
          <p:nvPr>
            <p:ph idx="1" type="body"/>
          </p:nvPr>
        </p:nvSpPr>
        <p:spPr>
          <a:xfrm>
            <a:off x="726450" y="1754975"/>
            <a:ext cx="3824100" cy="25326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400"/>
            </a:lvl1pPr>
            <a:lvl2pPr indent="-317500" lvl="1" marL="914400" rtl="0">
              <a:lnSpc>
                <a:spcPct val="115000"/>
              </a:lnSpc>
              <a:spcBef>
                <a:spcPts val="100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sp>
        <p:nvSpPr>
          <p:cNvPr id="74" name="Google Shape;74;p8"/>
          <p:cNvSpPr txBox="1"/>
          <p:nvPr>
            <p:ph type="title"/>
          </p:nvPr>
        </p:nvSpPr>
        <p:spPr>
          <a:xfrm>
            <a:off x="1388100" y="1307100"/>
            <a:ext cx="6367800" cy="2529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pic>
        <p:nvPicPr>
          <p:cNvPr id="76" name="Google Shape;76;p9"/>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77" name="Google Shape;77;p9"/>
          <p:cNvSpPr/>
          <p:nvPr/>
        </p:nvSpPr>
        <p:spPr>
          <a:xfrm>
            <a:off x="402779" y="408559"/>
            <a:ext cx="8531100" cy="4524000"/>
          </a:xfrm>
          <a:prstGeom prst="roundRect">
            <a:avLst>
              <a:gd fmla="val 6817" name="adj"/>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78" name="Google Shape;78;p9"/>
          <p:cNvGrpSpPr/>
          <p:nvPr/>
        </p:nvGrpSpPr>
        <p:grpSpPr>
          <a:xfrm>
            <a:off x="307868" y="205895"/>
            <a:ext cx="8548921" cy="4523232"/>
            <a:chOff x="711402" y="543517"/>
            <a:chExt cx="7699650" cy="4038600"/>
          </a:xfrm>
        </p:grpSpPr>
        <p:sp>
          <p:nvSpPr>
            <p:cNvPr id="79" name="Google Shape;79;p9"/>
            <p:cNvSpPr/>
            <p:nvPr/>
          </p:nvSpPr>
          <p:spPr>
            <a:xfrm>
              <a:off x="711402" y="543517"/>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80" name="Google Shape;80;p9"/>
            <p:cNvCxnSpPr/>
            <p:nvPr/>
          </p:nvCxnSpPr>
          <p:spPr>
            <a:xfrm>
              <a:off x="714852"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81" name="Google Shape;81;p9"/>
          <p:cNvSpPr/>
          <p:nvPr/>
        </p:nvSpPr>
        <p:spPr>
          <a:xfrm>
            <a:off x="5955937" y="-55897"/>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82" name="Google Shape;82;p9"/>
          <p:cNvSpPr txBox="1"/>
          <p:nvPr>
            <p:ph idx="1" type="subTitle"/>
          </p:nvPr>
        </p:nvSpPr>
        <p:spPr>
          <a:xfrm>
            <a:off x="720075" y="2571825"/>
            <a:ext cx="4554600" cy="159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83" name="Google Shape;83;p9"/>
          <p:cNvSpPr txBox="1"/>
          <p:nvPr>
            <p:ph type="title"/>
          </p:nvPr>
        </p:nvSpPr>
        <p:spPr>
          <a:xfrm>
            <a:off x="720000" y="1923525"/>
            <a:ext cx="4554600" cy="723300"/>
          </a:xfrm>
          <a:prstGeom prst="rect">
            <a:avLst/>
          </a:prstGeom>
          <a:ln>
            <a:noFill/>
          </a:ln>
        </p:spPr>
        <p:txBody>
          <a:bodyPr anchorCtr="0" anchor="b" bIns="91425" lIns="91425" spcFirstLastPara="1" rIns="91425" wrap="square" tIns="91425">
            <a:noAutofit/>
          </a:bodyPr>
          <a:lstStyle>
            <a:lvl1pPr lvl="0" rtl="0">
              <a:lnSpc>
                <a:spcPct val="90000"/>
              </a:lnSpc>
              <a:spcBef>
                <a:spcPts val="0"/>
              </a:spcBef>
              <a:spcAft>
                <a:spcPts val="0"/>
              </a:spcAft>
              <a:buSzPts val="2600"/>
              <a:buNone/>
              <a:defRPr sz="40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 name="Shape 84"/>
        <p:cNvGrpSpPr/>
        <p:nvPr/>
      </p:nvGrpSpPr>
      <p:grpSpPr>
        <a:xfrm>
          <a:off x="0" y="0"/>
          <a:ext cx="0" cy="0"/>
          <a:chOff x="0" y="0"/>
          <a:chExt cx="0" cy="0"/>
        </a:xfrm>
      </p:grpSpPr>
      <p:sp>
        <p:nvSpPr>
          <p:cNvPr id="85" name="Google Shape;85;p10"/>
          <p:cNvSpPr/>
          <p:nvPr>
            <p:ph idx="2" type="pic"/>
          </p:nvPr>
        </p:nvSpPr>
        <p:spPr>
          <a:xfrm>
            <a:off x="0" y="0"/>
            <a:ext cx="9144000" cy="5143500"/>
          </a:xfrm>
          <a:prstGeom prst="rect">
            <a:avLst/>
          </a:prstGeom>
          <a:noFill/>
          <a:ln>
            <a:noFill/>
          </a:ln>
        </p:spPr>
      </p:sp>
      <p:sp>
        <p:nvSpPr>
          <p:cNvPr id="86" name="Google Shape;86;p10"/>
          <p:cNvSpPr txBox="1"/>
          <p:nvPr>
            <p:ph type="title"/>
          </p:nvPr>
        </p:nvSpPr>
        <p:spPr>
          <a:xfrm>
            <a:off x="740550" y="3910025"/>
            <a:ext cx="7662900" cy="693900"/>
          </a:xfrm>
          <a:prstGeom prst="rect">
            <a:avLst/>
          </a:prstGeom>
          <a:solidFill>
            <a:schemeClr val="accent2"/>
          </a:solidFill>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7" name="Shape 87"/>
        <p:cNvGrpSpPr/>
        <p:nvPr/>
      </p:nvGrpSpPr>
      <p:grpSpPr>
        <a:xfrm>
          <a:off x="0" y="0"/>
          <a:ext cx="0" cy="0"/>
          <a:chOff x="0" y="0"/>
          <a:chExt cx="0" cy="0"/>
        </a:xfrm>
      </p:grpSpPr>
      <p:pic>
        <p:nvPicPr>
          <p:cNvPr id="88" name="Google Shape;88;p11"/>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89" name="Google Shape;89;p11"/>
          <p:cNvSpPr/>
          <p:nvPr/>
        </p:nvSpPr>
        <p:spPr>
          <a:xfrm>
            <a:off x="506099" y="517045"/>
            <a:ext cx="8531100" cy="4524000"/>
          </a:xfrm>
          <a:prstGeom prst="roundRect">
            <a:avLst>
              <a:gd fmla="val 6817" name="adj"/>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90" name="Google Shape;90;p11"/>
          <p:cNvSpPr/>
          <p:nvPr/>
        </p:nvSpPr>
        <p:spPr>
          <a:xfrm>
            <a:off x="402779" y="408559"/>
            <a:ext cx="8531100" cy="4524000"/>
          </a:xfrm>
          <a:prstGeom prst="roundRect">
            <a:avLst>
              <a:gd fmla="val 6817" name="adj"/>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91" name="Google Shape;91;p11"/>
          <p:cNvSpPr/>
          <p:nvPr/>
        </p:nvSpPr>
        <p:spPr>
          <a:xfrm>
            <a:off x="299451" y="310078"/>
            <a:ext cx="8531100" cy="4524000"/>
          </a:xfrm>
          <a:prstGeom prst="roundRect">
            <a:avLst>
              <a:gd fmla="val 6817" name="adj"/>
            </a:avLst>
          </a:prstGeom>
          <a:solidFill>
            <a:srgbClr val="60C7B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92" name="Google Shape;92;p11"/>
          <p:cNvGrpSpPr/>
          <p:nvPr/>
        </p:nvGrpSpPr>
        <p:grpSpPr>
          <a:xfrm>
            <a:off x="285575" y="300058"/>
            <a:ext cx="8558967" cy="4523232"/>
            <a:chOff x="711402" y="543517"/>
            <a:chExt cx="7708698" cy="4038600"/>
          </a:xfrm>
        </p:grpSpPr>
        <p:sp>
          <p:nvSpPr>
            <p:cNvPr id="93" name="Google Shape;93;p11"/>
            <p:cNvSpPr/>
            <p:nvPr/>
          </p:nvSpPr>
          <p:spPr>
            <a:xfrm>
              <a:off x="711402" y="543517"/>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94" name="Google Shape;94;p11"/>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95" name="Google Shape;95;p11"/>
          <p:cNvSpPr/>
          <p:nvPr/>
        </p:nvSpPr>
        <p:spPr>
          <a:xfrm>
            <a:off x="5955937" y="-55897"/>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96" name="Google Shape;96;p11"/>
          <p:cNvSpPr txBox="1"/>
          <p:nvPr>
            <p:ph hasCustomPrompt="1" type="title"/>
          </p:nvPr>
        </p:nvSpPr>
        <p:spPr>
          <a:xfrm>
            <a:off x="2152950" y="1647150"/>
            <a:ext cx="4838100" cy="11889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9600"/>
              <a:buNone/>
              <a:defRPr sz="7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7" name="Google Shape;97;p11"/>
          <p:cNvSpPr txBox="1"/>
          <p:nvPr>
            <p:ph idx="1" type="subTitle"/>
          </p:nvPr>
        </p:nvSpPr>
        <p:spPr>
          <a:xfrm>
            <a:off x="2152950" y="2836050"/>
            <a:ext cx="4838100" cy="660300"/>
          </a:xfrm>
          <a:prstGeom prst="rect">
            <a:avLst/>
          </a:prstGeom>
          <a:ln>
            <a:noFill/>
          </a:ln>
        </p:spPr>
        <p:txBody>
          <a:bodyPr anchorCtr="0" anchor="t" bIns="91425" lIns="91425" spcFirstLastPara="1" rIns="91425" wrap="square" tIns="91425">
            <a:noAutofit/>
          </a:bodyPr>
          <a:lstStyle>
            <a:lvl1pPr lvl="0" rtl="0" algn="ctr">
              <a:lnSpc>
                <a:spcPct val="90000"/>
              </a:lnSpc>
              <a:spcBef>
                <a:spcPts val="0"/>
              </a:spcBef>
              <a:spcAft>
                <a:spcPts val="0"/>
              </a:spcAft>
              <a:buSzPts val="1600"/>
              <a:buNone/>
              <a:defRPr sz="18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98" name="Shape 9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
    <p:spTree>
      <p:nvGrpSpPr>
        <p:cNvPr id="99" name="Shape 99"/>
        <p:cNvGrpSpPr/>
        <p:nvPr/>
      </p:nvGrpSpPr>
      <p:grpSpPr>
        <a:xfrm>
          <a:off x="0" y="0"/>
          <a:ext cx="0" cy="0"/>
          <a:chOff x="0" y="0"/>
          <a:chExt cx="0" cy="0"/>
        </a:xfrm>
      </p:grpSpPr>
      <p:pic>
        <p:nvPicPr>
          <p:cNvPr id="100" name="Google Shape;100;p13"/>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01" name="Google Shape;101;p13"/>
          <p:cNvSpPr/>
          <p:nvPr/>
        </p:nvSpPr>
        <p:spPr>
          <a:xfrm>
            <a:off x="-224181" y="-149307"/>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02" name="Google Shape;102;p13"/>
          <p:cNvGrpSpPr/>
          <p:nvPr/>
        </p:nvGrpSpPr>
        <p:grpSpPr>
          <a:xfrm>
            <a:off x="-220834" y="4603787"/>
            <a:ext cx="1199270" cy="599635"/>
            <a:chOff x="5638801" y="2709863"/>
            <a:chExt cx="495300" cy="247650"/>
          </a:xfrm>
        </p:grpSpPr>
        <p:sp>
          <p:nvSpPr>
            <p:cNvPr id="103" name="Google Shape;103;p13"/>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04" name="Google Shape;104;p13"/>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105" name="Google Shape;105;p13"/>
          <p:cNvSpPr/>
          <p:nvPr/>
        </p:nvSpPr>
        <p:spPr>
          <a:xfrm>
            <a:off x="8260668" y="3110803"/>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06" name="Google Shape;106;p13"/>
          <p:cNvSpPr/>
          <p:nvPr/>
        </p:nvSpPr>
        <p:spPr>
          <a:xfrm>
            <a:off x="506099" y="517045"/>
            <a:ext cx="8531100" cy="4524000"/>
          </a:xfrm>
          <a:prstGeom prst="roundRect">
            <a:avLst>
              <a:gd fmla="val 6817" name="adj"/>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107" name="Google Shape;107;p13"/>
          <p:cNvSpPr/>
          <p:nvPr/>
        </p:nvSpPr>
        <p:spPr>
          <a:xfrm>
            <a:off x="402779" y="408559"/>
            <a:ext cx="8531100" cy="4524000"/>
          </a:xfrm>
          <a:prstGeom prst="roundRect">
            <a:avLst>
              <a:gd fmla="val 6817" name="adj"/>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108" name="Google Shape;108;p13"/>
          <p:cNvSpPr/>
          <p:nvPr/>
        </p:nvSpPr>
        <p:spPr>
          <a:xfrm>
            <a:off x="299451" y="310078"/>
            <a:ext cx="8531100" cy="4524000"/>
          </a:xfrm>
          <a:prstGeom prst="roundRect">
            <a:avLst>
              <a:gd fmla="val 6817" name="adj"/>
            </a:avLst>
          </a:prstGeom>
          <a:solidFill>
            <a:srgbClr val="60C7B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109" name="Google Shape;109;p13"/>
          <p:cNvGrpSpPr/>
          <p:nvPr/>
        </p:nvGrpSpPr>
        <p:grpSpPr>
          <a:xfrm>
            <a:off x="299451" y="310063"/>
            <a:ext cx="8545091" cy="4523232"/>
            <a:chOff x="723900" y="552450"/>
            <a:chExt cx="7696200" cy="4038600"/>
          </a:xfrm>
        </p:grpSpPr>
        <p:sp>
          <p:nvSpPr>
            <p:cNvPr id="110" name="Google Shape;110;p13"/>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11" name="Google Shape;111;p13"/>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12" name="Google Shape;112;p13"/>
          <p:cNvSpPr txBox="1"/>
          <p:nvPr>
            <p:ph type="title"/>
          </p:nvPr>
        </p:nvSpPr>
        <p:spPr>
          <a:xfrm>
            <a:off x="1407425" y="3002545"/>
            <a:ext cx="7023300" cy="572700"/>
          </a:xfrm>
          <a:prstGeom prst="rect">
            <a:avLst/>
          </a:prstGeom>
        </p:spPr>
        <p:txBody>
          <a:bodyPr anchorCtr="0" anchor="t" bIns="91425" lIns="91425" spcFirstLastPara="1" rIns="91425" wrap="square" tIns="91425">
            <a:noAutofit/>
          </a:bodyPr>
          <a:lstStyle>
            <a:lvl1pPr lvl="0" algn="r">
              <a:spcBef>
                <a:spcPts val="0"/>
              </a:spcBef>
              <a:spcAft>
                <a:spcPts val="0"/>
              </a:spcAft>
              <a:buSzPts val="2500"/>
              <a:buNone/>
              <a:defRPr sz="2500"/>
            </a:lvl1pPr>
            <a:lvl2pPr lvl="1" algn="r">
              <a:spcBef>
                <a:spcPts val="0"/>
              </a:spcBef>
              <a:spcAft>
                <a:spcPts val="0"/>
              </a:spcAft>
              <a:buSzPts val="2500"/>
              <a:buNone/>
              <a:defRPr sz="2500"/>
            </a:lvl2pPr>
            <a:lvl3pPr lvl="2" algn="r">
              <a:spcBef>
                <a:spcPts val="0"/>
              </a:spcBef>
              <a:spcAft>
                <a:spcPts val="0"/>
              </a:spcAft>
              <a:buSzPts val="2500"/>
              <a:buNone/>
              <a:defRPr sz="2500"/>
            </a:lvl3pPr>
            <a:lvl4pPr lvl="3" algn="r">
              <a:spcBef>
                <a:spcPts val="0"/>
              </a:spcBef>
              <a:spcAft>
                <a:spcPts val="0"/>
              </a:spcAft>
              <a:buSzPts val="2500"/>
              <a:buNone/>
              <a:defRPr sz="2500"/>
            </a:lvl4pPr>
            <a:lvl5pPr lvl="4" algn="r">
              <a:spcBef>
                <a:spcPts val="0"/>
              </a:spcBef>
              <a:spcAft>
                <a:spcPts val="0"/>
              </a:spcAft>
              <a:buSzPts val="2500"/>
              <a:buNone/>
              <a:defRPr sz="2500"/>
            </a:lvl5pPr>
            <a:lvl6pPr lvl="5" algn="r">
              <a:spcBef>
                <a:spcPts val="0"/>
              </a:spcBef>
              <a:spcAft>
                <a:spcPts val="0"/>
              </a:spcAft>
              <a:buSzPts val="2500"/>
              <a:buNone/>
              <a:defRPr sz="2500"/>
            </a:lvl6pPr>
            <a:lvl7pPr lvl="6" algn="r">
              <a:spcBef>
                <a:spcPts val="0"/>
              </a:spcBef>
              <a:spcAft>
                <a:spcPts val="0"/>
              </a:spcAft>
              <a:buSzPts val="2500"/>
              <a:buNone/>
              <a:defRPr sz="2500"/>
            </a:lvl7pPr>
            <a:lvl8pPr lvl="7" algn="r">
              <a:spcBef>
                <a:spcPts val="0"/>
              </a:spcBef>
              <a:spcAft>
                <a:spcPts val="0"/>
              </a:spcAft>
              <a:buSzPts val="2500"/>
              <a:buNone/>
              <a:defRPr sz="2500"/>
            </a:lvl8pPr>
            <a:lvl9pPr lvl="8" algn="r">
              <a:spcBef>
                <a:spcPts val="0"/>
              </a:spcBef>
              <a:spcAft>
                <a:spcPts val="0"/>
              </a:spcAft>
              <a:buSzPts val="2500"/>
              <a:buNone/>
              <a:defRPr sz="2500"/>
            </a:lvl9pPr>
          </a:lstStyle>
          <a:p/>
        </p:txBody>
      </p:sp>
      <p:sp>
        <p:nvSpPr>
          <p:cNvPr id="113" name="Google Shape;113;p13"/>
          <p:cNvSpPr txBox="1"/>
          <p:nvPr>
            <p:ph idx="2" type="title"/>
          </p:nvPr>
        </p:nvSpPr>
        <p:spPr>
          <a:xfrm>
            <a:off x="1407425" y="1515250"/>
            <a:ext cx="7023300" cy="14721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b="0"/>
            </a:lvl1pPr>
            <a:lvl2pPr lvl="1" rtl="0" algn="r">
              <a:spcBef>
                <a:spcPts val="0"/>
              </a:spcBef>
              <a:spcAft>
                <a:spcPts val="0"/>
              </a:spcAft>
              <a:buSzPts val="3000"/>
              <a:buNone/>
              <a:defRPr b="0" sz="3000"/>
            </a:lvl2pPr>
            <a:lvl3pPr lvl="2" rtl="0" algn="r">
              <a:spcBef>
                <a:spcPts val="0"/>
              </a:spcBef>
              <a:spcAft>
                <a:spcPts val="0"/>
              </a:spcAft>
              <a:buSzPts val="3000"/>
              <a:buNone/>
              <a:defRPr b="0" sz="3000"/>
            </a:lvl3pPr>
            <a:lvl4pPr lvl="3" rtl="0" algn="r">
              <a:spcBef>
                <a:spcPts val="0"/>
              </a:spcBef>
              <a:spcAft>
                <a:spcPts val="0"/>
              </a:spcAft>
              <a:buSzPts val="3000"/>
              <a:buNone/>
              <a:defRPr b="0" sz="3000"/>
            </a:lvl4pPr>
            <a:lvl5pPr lvl="4" rtl="0" algn="r">
              <a:spcBef>
                <a:spcPts val="0"/>
              </a:spcBef>
              <a:spcAft>
                <a:spcPts val="0"/>
              </a:spcAft>
              <a:buSzPts val="3000"/>
              <a:buNone/>
              <a:defRPr b="0" sz="3000"/>
            </a:lvl5pPr>
            <a:lvl6pPr lvl="5" rtl="0" algn="r">
              <a:spcBef>
                <a:spcPts val="0"/>
              </a:spcBef>
              <a:spcAft>
                <a:spcPts val="0"/>
              </a:spcAft>
              <a:buSzPts val="3000"/>
              <a:buNone/>
              <a:defRPr b="0" sz="3000"/>
            </a:lvl6pPr>
            <a:lvl7pPr lvl="6" rtl="0" algn="r">
              <a:spcBef>
                <a:spcPts val="0"/>
              </a:spcBef>
              <a:spcAft>
                <a:spcPts val="0"/>
              </a:spcAft>
              <a:buSzPts val="3000"/>
              <a:buNone/>
              <a:defRPr b="0" sz="3000"/>
            </a:lvl7pPr>
            <a:lvl8pPr lvl="7" rtl="0" algn="r">
              <a:spcBef>
                <a:spcPts val="0"/>
              </a:spcBef>
              <a:spcAft>
                <a:spcPts val="0"/>
              </a:spcAft>
              <a:buSzPts val="3000"/>
              <a:buNone/>
              <a:defRPr b="0" sz="3000"/>
            </a:lvl8pPr>
            <a:lvl9pPr lvl="8" rtl="0" algn="r">
              <a:spcBef>
                <a:spcPts val="0"/>
              </a:spcBef>
              <a:spcAft>
                <a:spcPts val="0"/>
              </a:spcAft>
              <a:buSzPts val="3000"/>
              <a:buNone/>
              <a:defRPr b="0" sz="3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_1">
    <p:spTree>
      <p:nvGrpSpPr>
        <p:cNvPr id="114" name="Shape 114"/>
        <p:cNvGrpSpPr/>
        <p:nvPr/>
      </p:nvGrpSpPr>
      <p:grpSpPr>
        <a:xfrm>
          <a:off x="0" y="0"/>
          <a:ext cx="0" cy="0"/>
          <a:chOff x="0" y="0"/>
          <a:chExt cx="0" cy="0"/>
        </a:xfrm>
      </p:grpSpPr>
      <p:pic>
        <p:nvPicPr>
          <p:cNvPr id="115" name="Google Shape;115;p14"/>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16" name="Google Shape;116;p14"/>
          <p:cNvSpPr/>
          <p:nvPr/>
        </p:nvSpPr>
        <p:spPr>
          <a:xfrm>
            <a:off x="-609965" y="2547414"/>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rgbClr val="60C7B8"/>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17" name="Google Shape;117;p14"/>
          <p:cNvSpPr/>
          <p:nvPr/>
        </p:nvSpPr>
        <p:spPr>
          <a:xfrm>
            <a:off x="7993546" y="2273395"/>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rgbClr val="BAA5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18" name="Google Shape;118;p14"/>
          <p:cNvSpPr/>
          <p:nvPr/>
        </p:nvSpPr>
        <p:spPr>
          <a:xfrm rot="5400000">
            <a:off x="1919810" y="-132059"/>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rgbClr val="E6A2D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19" name="Google Shape;119;p14"/>
          <p:cNvGrpSpPr/>
          <p:nvPr/>
        </p:nvGrpSpPr>
        <p:grpSpPr>
          <a:xfrm>
            <a:off x="299451" y="310063"/>
            <a:ext cx="8545091" cy="4523232"/>
            <a:chOff x="723900" y="552450"/>
            <a:chExt cx="7696200" cy="4038600"/>
          </a:xfrm>
        </p:grpSpPr>
        <p:sp>
          <p:nvSpPr>
            <p:cNvPr id="120" name="Google Shape;120;p14"/>
            <p:cNvSpPr/>
            <p:nvPr/>
          </p:nvSpPr>
          <p:spPr>
            <a:xfrm>
              <a:off x="723900" y="552450"/>
              <a:ext cx="7696200" cy="4038600"/>
            </a:xfrm>
            <a:prstGeom prst="roundRect">
              <a:avLst>
                <a:gd fmla="val 6817" name="adj"/>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21" name="Google Shape;121;p14"/>
            <p:cNvCxnSpPr/>
            <p:nvPr/>
          </p:nvCxnSpPr>
          <p:spPr>
            <a:xfrm>
              <a:off x="723900" y="1080005"/>
              <a:ext cx="7696200" cy="0"/>
            </a:xfrm>
            <a:prstGeom prst="straightConnector1">
              <a:avLst/>
            </a:prstGeom>
            <a:noFill/>
            <a:ln cap="flat" cmpd="sng" w="12700">
              <a:solidFill>
                <a:srgbClr val="000000"/>
              </a:solidFill>
              <a:prstDash val="solid"/>
              <a:miter lim="800000"/>
              <a:headEnd len="sm" w="sm" type="none"/>
              <a:tailEnd len="sm" w="sm" type="none"/>
            </a:ln>
          </p:spPr>
        </p:cxnSp>
      </p:grpSp>
      <p:sp>
        <p:nvSpPr>
          <p:cNvPr id="122" name="Google Shape;122;p14"/>
          <p:cNvSpPr txBox="1"/>
          <p:nvPr>
            <p:ph idx="1" type="subTitle"/>
          </p:nvPr>
        </p:nvSpPr>
        <p:spPr>
          <a:xfrm>
            <a:off x="1718423" y="1955849"/>
            <a:ext cx="2466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3" name="Google Shape;123;p14"/>
          <p:cNvSpPr txBox="1"/>
          <p:nvPr>
            <p:ph idx="2" type="subTitle"/>
          </p:nvPr>
        </p:nvSpPr>
        <p:spPr>
          <a:xfrm>
            <a:off x="5569975" y="1955850"/>
            <a:ext cx="2466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 name="Google Shape;124;p14"/>
          <p:cNvSpPr txBox="1"/>
          <p:nvPr>
            <p:ph idx="3" type="subTitle"/>
          </p:nvPr>
        </p:nvSpPr>
        <p:spPr>
          <a:xfrm>
            <a:off x="1718423" y="3778300"/>
            <a:ext cx="2466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5" name="Google Shape;125;p14"/>
          <p:cNvSpPr txBox="1"/>
          <p:nvPr>
            <p:ph idx="4" type="subTitle"/>
          </p:nvPr>
        </p:nvSpPr>
        <p:spPr>
          <a:xfrm>
            <a:off x="5569975" y="3778300"/>
            <a:ext cx="2466000" cy="48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 name="Google Shape;126;p14"/>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127" name="Google Shape;127;p14"/>
          <p:cNvSpPr txBox="1"/>
          <p:nvPr>
            <p:ph hasCustomPrompt="1" idx="5" type="title"/>
          </p:nvPr>
        </p:nvSpPr>
        <p:spPr>
          <a:xfrm>
            <a:off x="850938" y="1632927"/>
            <a:ext cx="733500" cy="733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8" name="Google Shape;128;p14"/>
          <p:cNvSpPr txBox="1"/>
          <p:nvPr>
            <p:ph hasCustomPrompt="1" idx="6" type="title"/>
          </p:nvPr>
        </p:nvSpPr>
        <p:spPr>
          <a:xfrm>
            <a:off x="851988" y="3399592"/>
            <a:ext cx="7314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9" name="Google Shape;129;p14"/>
          <p:cNvSpPr txBox="1"/>
          <p:nvPr>
            <p:ph hasCustomPrompt="1" idx="7" type="title"/>
          </p:nvPr>
        </p:nvSpPr>
        <p:spPr>
          <a:xfrm>
            <a:off x="4706789" y="1633977"/>
            <a:ext cx="7314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0" name="Google Shape;130;p14"/>
          <p:cNvSpPr txBox="1"/>
          <p:nvPr>
            <p:ph hasCustomPrompt="1" idx="8" type="title"/>
          </p:nvPr>
        </p:nvSpPr>
        <p:spPr>
          <a:xfrm>
            <a:off x="4706789" y="3399592"/>
            <a:ext cx="731400" cy="7314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23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4"/>
          <p:cNvSpPr txBox="1"/>
          <p:nvPr>
            <p:ph idx="9" type="subTitle"/>
          </p:nvPr>
        </p:nvSpPr>
        <p:spPr>
          <a:xfrm>
            <a:off x="1718325" y="1497200"/>
            <a:ext cx="2466000" cy="61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2" name="Google Shape;132;p14"/>
          <p:cNvSpPr txBox="1"/>
          <p:nvPr>
            <p:ph idx="13" type="subTitle"/>
          </p:nvPr>
        </p:nvSpPr>
        <p:spPr>
          <a:xfrm>
            <a:off x="1718325" y="3319726"/>
            <a:ext cx="2466000" cy="61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3" name="Google Shape;133;p14"/>
          <p:cNvSpPr txBox="1"/>
          <p:nvPr>
            <p:ph idx="14" type="subTitle"/>
          </p:nvPr>
        </p:nvSpPr>
        <p:spPr>
          <a:xfrm>
            <a:off x="5569975" y="1497200"/>
            <a:ext cx="2466000" cy="61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34" name="Google Shape;134;p14"/>
          <p:cNvSpPr txBox="1"/>
          <p:nvPr>
            <p:ph idx="15" type="subTitle"/>
          </p:nvPr>
        </p:nvSpPr>
        <p:spPr>
          <a:xfrm>
            <a:off x="5569975" y="3319724"/>
            <a:ext cx="2466000" cy="611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18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5" name="Shape 135"/>
        <p:cNvGrpSpPr/>
        <p:nvPr/>
      </p:nvGrpSpPr>
      <p:grpSpPr>
        <a:xfrm>
          <a:off x="0" y="0"/>
          <a:ext cx="0" cy="0"/>
          <a:chOff x="0" y="0"/>
          <a:chExt cx="0" cy="0"/>
        </a:xfrm>
      </p:grpSpPr>
      <p:pic>
        <p:nvPicPr>
          <p:cNvPr id="136" name="Google Shape;136;p15"/>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37" name="Google Shape;137;p15"/>
          <p:cNvSpPr/>
          <p:nvPr/>
        </p:nvSpPr>
        <p:spPr>
          <a:xfrm>
            <a:off x="-581373" y="1324339"/>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38" name="Google Shape;138;p15"/>
          <p:cNvGrpSpPr/>
          <p:nvPr/>
        </p:nvGrpSpPr>
        <p:grpSpPr>
          <a:xfrm>
            <a:off x="8026904" y="2780636"/>
            <a:ext cx="1199270" cy="599635"/>
            <a:chOff x="5638801" y="2709863"/>
            <a:chExt cx="495300" cy="247650"/>
          </a:xfrm>
        </p:grpSpPr>
        <p:sp>
          <p:nvSpPr>
            <p:cNvPr id="139" name="Google Shape;139;p15"/>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40" name="Google Shape;140;p15"/>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141" name="Google Shape;141;p15"/>
          <p:cNvGrpSpPr/>
          <p:nvPr/>
        </p:nvGrpSpPr>
        <p:grpSpPr>
          <a:xfrm>
            <a:off x="299452" y="310063"/>
            <a:ext cx="8545091" cy="4523232"/>
            <a:chOff x="723900" y="552450"/>
            <a:chExt cx="7696200" cy="4038600"/>
          </a:xfrm>
        </p:grpSpPr>
        <p:sp>
          <p:nvSpPr>
            <p:cNvPr id="142" name="Google Shape;142;p15"/>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43" name="Google Shape;143;p15"/>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44" name="Google Shape;144;p15"/>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grpSp>
        <p:nvGrpSpPr>
          <p:cNvPr id="147" name="Google Shape;147;p16"/>
          <p:cNvGrpSpPr/>
          <p:nvPr/>
        </p:nvGrpSpPr>
        <p:grpSpPr>
          <a:xfrm>
            <a:off x="299452" y="310063"/>
            <a:ext cx="8545091" cy="4523232"/>
            <a:chOff x="723900" y="552450"/>
            <a:chExt cx="7696200" cy="4038600"/>
          </a:xfrm>
        </p:grpSpPr>
        <p:sp>
          <p:nvSpPr>
            <p:cNvPr id="148" name="Google Shape;148;p16"/>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49" name="Google Shape;149;p16"/>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50" name="Google Shape;150;p16"/>
          <p:cNvSpPr txBox="1"/>
          <p:nvPr>
            <p:ph type="title"/>
          </p:nvPr>
        </p:nvSpPr>
        <p:spPr>
          <a:xfrm>
            <a:off x="720000" y="1736211"/>
            <a:ext cx="3408600" cy="1464000"/>
          </a:xfrm>
          <a:prstGeom prst="rect">
            <a:avLst/>
          </a:prstGeom>
          <a:ln>
            <a:noFill/>
          </a:ln>
        </p:spPr>
        <p:txBody>
          <a:bodyPr anchorCtr="0" anchor="b"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151" name="Google Shape;151;p16"/>
          <p:cNvSpPr txBox="1"/>
          <p:nvPr>
            <p:ph idx="1" type="body"/>
          </p:nvPr>
        </p:nvSpPr>
        <p:spPr>
          <a:xfrm>
            <a:off x="720000" y="3139908"/>
            <a:ext cx="3408600" cy="723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Char char="●"/>
              <a:defRPr sz="1400"/>
            </a:lvl1pPr>
            <a:lvl2pPr indent="-317500" lvl="1" marL="914400">
              <a:lnSpc>
                <a:spcPct val="115000"/>
              </a:lnSpc>
              <a:spcBef>
                <a:spcPts val="100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_1">
    <p:spTree>
      <p:nvGrpSpPr>
        <p:cNvPr id="152" name="Shape 152"/>
        <p:cNvGrpSpPr/>
        <p:nvPr/>
      </p:nvGrpSpPr>
      <p:grpSpPr>
        <a:xfrm>
          <a:off x="0" y="0"/>
          <a:ext cx="0" cy="0"/>
          <a:chOff x="0" y="0"/>
          <a:chExt cx="0" cy="0"/>
        </a:xfrm>
      </p:grpSpPr>
      <p:pic>
        <p:nvPicPr>
          <p:cNvPr id="153" name="Google Shape;153;p17"/>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54" name="Google Shape;154;p17"/>
          <p:cNvSpPr/>
          <p:nvPr/>
        </p:nvSpPr>
        <p:spPr>
          <a:xfrm>
            <a:off x="1001617" y="-19529"/>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55" name="Google Shape;155;p17"/>
          <p:cNvSpPr/>
          <p:nvPr/>
        </p:nvSpPr>
        <p:spPr>
          <a:xfrm>
            <a:off x="5335" y="4865047"/>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56" name="Google Shape;156;p17"/>
          <p:cNvGrpSpPr/>
          <p:nvPr/>
        </p:nvGrpSpPr>
        <p:grpSpPr>
          <a:xfrm>
            <a:off x="-303035" y="2435297"/>
            <a:ext cx="1199270" cy="599635"/>
            <a:chOff x="5638801" y="2709863"/>
            <a:chExt cx="495300" cy="247650"/>
          </a:xfrm>
        </p:grpSpPr>
        <p:sp>
          <p:nvSpPr>
            <p:cNvPr id="157" name="Google Shape;157;p17"/>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58" name="Google Shape;158;p17"/>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159" name="Google Shape;159;p17"/>
          <p:cNvGrpSpPr/>
          <p:nvPr/>
        </p:nvGrpSpPr>
        <p:grpSpPr>
          <a:xfrm>
            <a:off x="8500869" y="66750"/>
            <a:ext cx="686959" cy="696638"/>
            <a:chOff x="4911726" y="3608388"/>
            <a:chExt cx="225425" cy="228601"/>
          </a:xfrm>
        </p:grpSpPr>
        <p:sp>
          <p:nvSpPr>
            <p:cNvPr id="160" name="Google Shape;160;p17"/>
            <p:cNvSpPr/>
            <p:nvPr/>
          </p:nvSpPr>
          <p:spPr>
            <a:xfrm>
              <a:off x="4941888" y="3641726"/>
              <a:ext cx="195263" cy="195263"/>
            </a:xfrm>
            <a:custGeom>
              <a:rect b="b" l="l" r="r" t="t"/>
              <a:pathLst>
                <a:path extrusionOk="0" h="331" w="331">
                  <a:moveTo>
                    <a:pt x="75" y="0"/>
                  </a:moveTo>
                  <a:lnTo>
                    <a:pt x="256" y="1"/>
                  </a:lnTo>
                  <a:cubicBezTo>
                    <a:pt x="297" y="1"/>
                    <a:pt x="331" y="34"/>
                    <a:pt x="331" y="76"/>
                  </a:cubicBezTo>
                  <a:lnTo>
                    <a:pt x="330" y="256"/>
                  </a:lnTo>
                  <a:cubicBezTo>
                    <a:pt x="330" y="298"/>
                    <a:pt x="296" y="331"/>
                    <a:pt x="255" y="331"/>
                  </a:cubicBezTo>
                  <a:lnTo>
                    <a:pt x="75" y="330"/>
                  </a:lnTo>
                  <a:cubicBezTo>
                    <a:pt x="33" y="330"/>
                    <a:pt x="0" y="297"/>
                    <a:pt x="0" y="255"/>
                  </a:cubicBezTo>
                  <a:lnTo>
                    <a:pt x="0" y="75"/>
                  </a:lnTo>
                  <a:cubicBezTo>
                    <a:pt x="0" y="34"/>
                    <a:pt x="34" y="0"/>
                    <a:pt x="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61" name="Google Shape;161;p17"/>
            <p:cNvSpPr/>
            <p:nvPr/>
          </p:nvSpPr>
          <p:spPr>
            <a:xfrm>
              <a:off x="4911726" y="3608388"/>
              <a:ext cx="193675" cy="195263"/>
            </a:xfrm>
            <a:custGeom>
              <a:rect b="b" l="l" r="r" t="t"/>
              <a:pathLst>
                <a:path extrusionOk="0" h="331" w="331">
                  <a:moveTo>
                    <a:pt x="34" y="0"/>
                  </a:moveTo>
                  <a:lnTo>
                    <a:pt x="298" y="0"/>
                  </a:lnTo>
                  <a:cubicBezTo>
                    <a:pt x="316" y="1"/>
                    <a:pt x="331" y="15"/>
                    <a:pt x="331" y="34"/>
                  </a:cubicBezTo>
                  <a:lnTo>
                    <a:pt x="330" y="298"/>
                  </a:lnTo>
                  <a:cubicBezTo>
                    <a:pt x="330" y="316"/>
                    <a:pt x="316" y="331"/>
                    <a:pt x="297" y="331"/>
                  </a:cubicBezTo>
                  <a:lnTo>
                    <a:pt x="33" y="330"/>
                  </a:lnTo>
                  <a:cubicBezTo>
                    <a:pt x="15" y="330"/>
                    <a:pt x="0" y="315"/>
                    <a:pt x="0" y="297"/>
                  </a:cubicBezTo>
                  <a:lnTo>
                    <a:pt x="1" y="33"/>
                  </a:lnTo>
                  <a:cubicBezTo>
                    <a:pt x="1" y="15"/>
                    <a:pt x="16" y="0"/>
                    <a:pt x="34" y="0"/>
                  </a:cubicBezTo>
                  <a:close/>
                </a:path>
              </a:pathLst>
            </a:custGeom>
            <a:solidFill>
              <a:schemeClr val="accent3"/>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162" name="Google Shape;162;p17"/>
          <p:cNvGrpSpPr/>
          <p:nvPr/>
        </p:nvGrpSpPr>
        <p:grpSpPr>
          <a:xfrm>
            <a:off x="299451" y="310063"/>
            <a:ext cx="8545091" cy="4523232"/>
            <a:chOff x="723900" y="552450"/>
            <a:chExt cx="7696200" cy="4038600"/>
          </a:xfrm>
        </p:grpSpPr>
        <p:sp>
          <p:nvSpPr>
            <p:cNvPr id="163" name="Google Shape;163;p17"/>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64" name="Google Shape;164;p17"/>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65" name="Google Shape;165;p17"/>
          <p:cNvSpPr/>
          <p:nvPr/>
        </p:nvSpPr>
        <p:spPr>
          <a:xfrm>
            <a:off x="4016643" y="4944458"/>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66" name="Google Shape;166;p17"/>
          <p:cNvSpPr txBox="1"/>
          <p:nvPr>
            <p:ph idx="1" type="body"/>
          </p:nvPr>
        </p:nvSpPr>
        <p:spPr>
          <a:xfrm>
            <a:off x="720000" y="977674"/>
            <a:ext cx="7704000" cy="1565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167" name="Google Shape;167;p17"/>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ONE_COLUMN_TEXT_1_1_1">
    <p:spTree>
      <p:nvGrpSpPr>
        <p:cNvPr id="168" name="Shape 168"/>
        <p:cNvGrpSpPr/>
        <p:nvPr/>
      </p:nvGrpSpPr>
      <p:grpSpPr>
        <a:xfrm>
          <a:off x="0" y="0"/>
          <a:ext cx="0" cy="0"/>
          <a:chOff x="0" y="0"/>
          <a:chExt cx="0" cy="0"/>
        </a:xfrm>
      </p:grpSpPr>
      <p:pic>
        <p:nvPicPr>
          <p:cNvPr id="169" name="Google Shape;169;p18"/>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70" name="Google Shape;170;p18"/>
          <p:cNvSpPr/>
          <p:nvPr/>
        </p:nvSpPr>
        <p:spPr>
          <a:xfrm>
            <a:off x="-581373" y="1324339"/>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71" name="Google Shape;171;p18"/>
          <p:cNvGrpSpPr/>
          <p:nvPr/>
        </p:nvGrpSpPr>
        <p:grpSpPr>
          <a:xfrm>
            <a:off x="8026904" y="2780636"/>
            <a:ext cx="1199270" cy="599635"/>
            <a:chOff x="5638801" y="2709863"/>
            <a:chExt cx="495300" cy="247650"/>
          </a:xfrm>
        </p:grpSpPr>
        <p:sp>
          <p:nvSpPr>
            <p:cNvPr id="172" name="Google Shape;172;p18"/>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73" name="Google Shape;173;p18"/>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174" name="Google Shape;174;p18"/>
          <p:cNvGrpSpPr/>
          <p:nvPr/>
        </p:nvGrpSpPr>
        <p:grpSpPr>
          <a:xfrm>
            <a:off x="299451" y="310063"/>
            <a:ext cx="8545091" cy="4523232"/>
            <a:chOff x="723900" y="552450"/>
            <a:chExt cx="7696200" cy="4038600"/>
          </a:xfrm>
        </p:grpSpPr>
        <p:sp>
          <p:nvSpPr>
            <p:cNvPr id="175" name="Google Shape;175;p18"/>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76" name="Google Shape;176;p18"/>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77" name="Google Shape;177;p18"/>
          <p:cNvSpPr txBox="1"/>
          <p:nvPr>
            <p:ph idx="1" type="body"/>
          </p:nvPr>
        </p:nvSpPr>
        <p:spPr>
          <a:xfrm>
            <a:off x="720000" y="977674"/>
            <a:ext cx="7704000" cy="1565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178" name="Google Shape;178;p1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79" name="Shape 179"/>
        <p:cNvGrpSpPr/>
        <p:nvPr/>
      </p:nvGrpSpPr>
      <p:grpSpPr>
        <a:xfrm>
          <a:off x="0" y="0"/>
          <a:ext cx="0" cy="0"/>
          <a:chOff x="0" y="0"/>
          <a:chExt cx="0" cy="0"/>
        </a:xfrm>
      </p:grpSpPr>
      <p:pic>
        <p:nvPicPr>
          <p:cNvPr id="180" name="Google Shape;180;p19"/>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81" name="Google Shape;181;p19"/>
          <p:cNvSpPr/>
          <p:nvPr/>
        </p:nvSpPr>
        <p:spPr>
          <a:xfrm>
            <a:off x="1815309" y="4961022"/>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82" name="Google Shape;182;p19"/>
          <p:cNvSpPr/>
          <p:nvPr/>
        </p:nvSpPr>
        <p:spPr>
          <a:xfrm rot="5400000">
            <a:off x="-351682" y="1360815"/>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83" name="Google Shape;183;p19"/>
          <p:cNvGrpSpPr/>
          <p:nvPr/>
        </p:nvGrpSpPr>
        <p:grpSpPr>
          <a:xfrm>
            <a:off x="299451" y="310063"/>
            <a:ext cx="8545091" cy="4523232"/>
            <a:chOff x="723900" y="552450"/>
            <a:chExt cx="7696200" cy="4038600"/>
          </a:xfrm>
        </p:grpSpPr>
        <p:sp>
          <p:nvSpPr>
            <p:cNvPr id="184" name="Google Shape;184;p19"/>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85" name="Google Shape;185;p19"/>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186" name="Google Shape;186;p19"/>
          <p:cNvSpPr txBox="1"/>
          <p:nvPr>
            <p:ph idx="1" type="subTitle"/>
          </p:nvPr>
        </p:nvSpPr>
        <p:spPr>
          <a:xfrm>
            <a:off x="1646075" y="2984345"/>
            <a:ext cx="2266200" cy="42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7" name="Google Shape;187;p19"/>
          <p:cNvSpPr txBox="1"/>
          <p:nvPr>
            <p:ph idx="2" type="subTitle"/>
          </p:nvPr>
        </p:nvSpPr>
        <p:spPr>
          <a:xfrm>
            <a:off x="1646075" y="1517789"/>
            <a:ext cx="2266200" cy="425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88" name="Google Shape;188;p19"/>
          <p:cNvSpPr txBox="1"/>
          <p:nvPr>
            <p:ph idx="3" type="subTitle"/>
          </p:nvPr>
        </p:nvSpPr>
        <p:spPr>
          <a:xfrm>
            <a:off x="1646075" y="3413298"/>
            <a:ext cx="2266200" cy="81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9" name="Google Shape;189;p19"/>
          <p:cNvSpPr txBox="1"/>
          <p:nvPr>
            <p:ph idx="4" type="subTitle"/>
          </p:nvPr>
        </p:nvSpPr>
        <p:spPr>
          <a:xfrm>
            <a:off x="1646075" y="1947603"/>
            <a:ext cx="2266200" cy="815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 name="Google Shape;190;p19"/>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91" name="Shape 191"/>
        <p:cNvGrpSpPr/>
        <p:nvPr/>
      </p:nvGrpSpPr>
      <p:grpSpPr>
        <a:xfrm>
          <a:off x="0" y="0"/>
          <a:ext cx="0" cy="0"/>
          <a:chOff x="0" y="0"/>
          <a:chExt cx="0" cy="0"/>
        </a:xfrm>
      </p:grpSpPr>
      <p:pic>
        <p:nvPicPr>
          <p:cNvPr id="192" name="Google Shape;192;p20"/>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193" name="Google Shape;193;p20"/>
          <p:cNvSpPr/>
          <p:nvPr/>
        </p:nvSpPr>
        <p:spPr>
          <a:xfrm>
            <a:off x="-260576" y="4346487"/>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94" name="Google Shape;194;p20"/>
          <p:cNvSpPr/>
          <p:nvPr/>
        </p:nvSpPr>
        <p:spPr>
          <a:xfrm>
            <a:off x="8547322" y="1273664"/>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95" name="Google Shape;195;p20"/>
          <p:cNvSpPr/>
          <p:nvPr/>
        </p:nvSpPr>
        <p:spPr>
          <a:xfrm>
            <a:off x="4147362" y="-30741"/>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196" name="Google Shape;196;p20"/>
          <p:cNvSpPr/>
          <p:nvPr/>
        </p:nvSpPr>
        <p:spPr>
          <a:xfrm rot="5400000">
            <a:off x="8646565" y="4371703"/>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197" name="Google Shape;197;p20"/>
          <p:cNvGrpSpPr/>
          <p:nvPr/>
        </p:nvGrpSpPr>
        <p:grpSpPr>
          <a:xfrm>
            <a:off x="299451" y="310063"/>
            <a:ext cx="8545091" cy="4523232"/>
            <a:chOff x="723900" y="552450"/>
            <a:chExt cx="7696200" cy="4038600"/>
          </a:xfrm>
        </p:grpSpPr>
        <p:sp>
          <p:nvSpPr>
            <p:cNvPr id="198" name="Google Shape;198;p20"/>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199" name="Google Shape;199;p20"/>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00" name="Google Shape;200;p20"/>
          <p:cNvSpPr txBox="1"/>
          <p:nvPr>
            <p:ph idx="1" type="subTitle"/>
          </p:nvPr>
        </p:nvSpPr>
        <p:spPr>
          <a:xfrm>
            <a:off x="1952875" y="3341320"/>
            <a:ext cx="22662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1" name="Google Shape;201;p20"/>
          <p:cNvSpPr txBox="1"/>
          <p:nvPr>
            <p:ph idx="2" type="subTitle"/>
          </p:nvPr>
        </p:nvSpPr>
        <p:spPr>
          <a:xfrm>
            <a:off x="4915725" y="3341314"/>
            <a:ext cx="2266200" cy="425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2" name="Google Shape;202;p20"/>
          <p:cNvSpPr txBox="1"/>
          <p:nvPr>
            <p:ph idx="3" type="subTitle"/>
          </p:nvPr>
        </p:nvSpPr>
        <p:spPr>
          <a:xfrm>
            <a:off x="1952875" y="3617873"/>
            <a:ext cx="2266200" cy="81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 name="Google Shape;203;p20"/>
          <p:cNvSpPr txBox="1"/>
          <p:nvPr>
            <p:ph idx="4" type="subTitle"/>
          </p:nvPr>
        </p:nvSpPr>
        <p:spPr>
          <a:xfrm>
            <a:off x="4915725" y="3618728"/>
            <a:ext cx="2266200" cy="815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4" name="Google Shape;204;p20"/>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05" name="Shape 205"/>
        <p:cNvGrpSpPr/>
        <p:nvPr/>
      </p:nvGrpSpPr>
      <p:grpSpPr>
        <a:xfrm>
          <a:off x="0" y="0"/>
          <a:ext cx="0" cy="0"/>
          <a:chOff x="0" y="0"/>
          <a:chExt cx="0" cy="0"/>
        </a:xfrm>
      </p:grpSpPr>
      <p:pic>
        <p:nvPicPr>
          <p:cNvPr id="206" name="Google Shape;206;p21"/>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07" name="Google Shape;207;p21"/>
          <p:cNvSpPr/>
          <p:nvPr/>
        </p:nvSpPr>
        <p:spPr>
          <a:xfrm rot="5400000">
            <a:off x="-243290" y="4405908"/>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208" name="Google Shape;208;p21"/>
          <p:cNvGrpSpPr/>
          <p:nvPr/>
        </p:nvGrpSpPr>
        <p:grpSpPr>
          <a:xfrm>
            <a:off x="299452" y="310063"/>
            <a:ext cx="8545091" cy="4523232"/>
            <a:chOff x="723900" y="552450"/>
            <a:chExt cx="7696200" cy="4038600"/>
          </a:xfrm>
        </p:grpSpPr>
        <p:sp>
          <p:nvSpPr>
            <p:cNvPr id="209" name="Google Shape;209;p21"/>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10" name="Google Shape;210;p21"/>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11" name="Google Shape;211;p21"/>
          <p:cNvSpPr txBox="1"/>
          <p:nvPr>
            <p:ph idx="1" type="subTitle"/>
          </p:nvPr>
        </p:nvSpPr>
        <p:spPr>
          <a:xfrm>
            <a:off x="907100" y="2964674"/>
            <a:ext cx="2266200" cy="7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21"/>
          <p:cNvSpPr txBox="1"/>
          <p:nvPr>
            <p:ph idx="2" type="subTitle"/>
          </p:nvPr>
        </p:nvSpPr>
        <p:spPr>
          <a:xfrm>
            <a:off x="3438900" y="2964674"/>
            <a:ext cx="2266200" cy="7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3" name="Google Shape;213;p21"/>
          <p:cNvSpPr txBox="1"/>
          <p:nvPr>
            <p:ph idx="3" type="subTitle"/>
          </p:nvPr>
        </p:nvSpPr>
        <p:spPr>
          <a:xfrm>
            <a:off x="5970700" y="2964686"/>
            <a:ext cx="2266200" cy="7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4" name="Google Shape;214;p21"/>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lgn="ctr">
              <a:spcBef>
                <a:spcPts val="0"/>
              </a:spcBef>
              <a:spcAft>
                <a:spcPts val="0"/>
              </a:spcAft>
              <a:buSzPts val="2600"/>
              <a:buNone/>
              <a:defRPr/>
            </a:lvl2pPr>
            <a:lvl3pPr lvl="2" rtl="0" algn="ctr">
              <a:spcBef>
                <a:spcPts val="0"/>
              </a:spcBef>
              <a:spcAft>
                <a:spcPts val="0"/>
              </a:spcAft>
              <a:buSzPts val="2600"/>
              <a:buNone/>
              <a:defRPr/>
            </a:lvl3pPr>
            <a:lvl4pPr lvl="3" rtl="0" algn="ctr">
              <a:spcBef>
                <a:spcPts val="0"/>
              </a:spcBef>
              <a:spcAft>
                <a:spcPts val="0"/>
              </a:spcAft>
              <a:buSzPts val="2600"/>
              <a:buNone/>
              <a:defRPr/>
            </a:lvl4pPr>
            <a:lvl5pPr lvl="4" rtl="0" algn="ctr">
              <a:spcBef>
                <a:spcPts val="0"/>
              </a:spcBef>
              <a:spcAft>
                <a:spcPts val="0"/>
              </a:spcAft>
              <a:buSzPts val="2600"/>
              <a:buNone/>
              <a:defRPr/>
            </a:lvl5pPr>
            <a:lvl6pPr lvl="5" rtl="0" algn="ctr">
              <a:spcBef>
                <a:spcPts val="0"/>
              </a:spcBef>
              <a:spcAft>
                <a:spcPts val="0"/>
              </a:spcAft>
              <a:buSzPts val="2600"/>
              <a:buNone/>
              <a:defRPr/>
            </a:lvl6pPr>
            <a:lvl7pPr lvl="6" rtl="0" algn="ctr">
              <a:spcBef>
                <a:spcPts val="0"/>
              </a:spcBef>
              <a:spcAft>
                <a:spcPts val="0"/>
              </a:spcAft>
              <a:buSzPts val="2600"/>
              <a:buNone/>
              <a:defRPr/>
            </a:lvl7pPr>
            <a:lvl8pPr lvl="7" rtl="0" algn="ctr">
              <a:spcBef>
                <a:spcPts val="0"/>
              </a:spcBef>
              <a:spcAft>
                <a:spcPts val="0"/>
              </a:spcAft>
              <a:buSzPts val="2600"/>
              <a:buNone/>
              <a:defRPr/>
            </a:lvl8pPr>
            <a:lvl9pPr lvl="8" rtl="0" algn="ctr">
              <a:spcBef>
                <a:spcPts val="0"/>
              </a:spcBef>
              <a:spcAft>
                <a:spcPts val="0"/>
              </a:spcAft>
              <a:buSzPts val="2600"/>
              <a:buNone/>
              <a:defRPr/>
            </a:lvl9pPr>
          </a:lstStyle>
          <a:p/>
        </p:txBody>
      </p:sp>
      <p:sp>
        <p:nvSpPr>
          <p:cNvPr id="215" name="Google Shape;215;p21"/>
          <p:cNvSpPr txBox="1"/>
          <p:nvPr>
            <p:ph idx="4" type="subTitle"/>
          </p:nvPr>
        </p:nvSpPr>
        <p:spPr>
          <a:xfrm>
            <a:off x="907100" y="2584850"/>
            <a:ext cx="22662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6" name="Google Shape;216;p21"/>
          <p:cNvSpPr txBox="1"/>
          <p:nvPr>
            <p:ph idx="5" type="subTitle"/>
          </p:nvPr>
        </p:nvSpPr>
        <p:spPr>
          <a:xfrm>
            <a:off x="5970700" y="2584850"/>
            <a:ext cx="22662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7" name="Google Shape;217;p21"/>
          <p:cNvSpPr txBox="1"/>
          <p:nvPr>
            <p:ph idx="6" type="subTitle"/>
          </p:nvPr>
        </p:nvSpPr>
        <p:spPr>
          <a:xfrm>
            <a:off x="3438900" y="2584850"/>
            <a:ext cx="2266200" cy="447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2_1">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20" name="Google Shape;220;p22"/>
          <p:cNvSpPr/>
          <p:nvPr/>
        </p:nvSpPr>
        <p:spPr>
          <a:xfrm>
            <a:off x="7993546" y="2273395"/>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21" name="Google Shape;221;p22"/>
          <p:cNvSpPr/>
          <p:nvPr/>
        </p:nvSpPr>
        <p:spPr>
          <a:xfrm>
            <a:off x="5727337" y="-124477"/>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222" name="Google Shape;222;p22"/>
          <p:cNvGrpSpPr/>
          <p:nvPr/>
        </p:nvGrpSpPr>
        <p:grpSpPr>
          <a:xfrm>
            <a:off x="299451" y="310063"/>
            <a:ext cx="8545091" cy="4523232"/>
            <a:chOff x="723900" y="552450"/>
            <a:chExt cx="7696200" cy="4038600"/>
          </a:xfrm>
        </p:grpSpPr>
        <p:sp>
          <p:nvSpPr>
            <p:cNvPr id="223" name="Google Shape;223;p22"/>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24" name="Google Shape;224;p22"/>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25" name="Google Shape;225;p22"/>
          <p:cNvSpPr txBox="1"/>
          <p:nvPr>
            <p:ph idx="1" type="subTitle"/>
          </p:nvPr>
        </p:nvSpPr>
        <p:spPr>
          <a:xfrm>
            <a:off x="1548850" y="1593251"/>
            <a:ext cx="4758000" cy="35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6" name="Google Shape;226;p22"/>
          <p:cNvSpPr txBox="1"/>
          <p:nvPr>
            <p:ph idx="2" type="subTitle"/>
          </p:nvPr>
        </p:nvSpPr>
        <p:spPr>
          <a:xfrm>
            <a:off x="1548850" y="2475443"/>
            <a:ext cx="4758000" cy="35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7" name="Google Shape;227;p22"/>
          <p:cNvSpPr txBox="1"/>
          <p:nvPr>
            <p:ph idx="3" type="subTitle"/>
          </p:nvPr>
        </p:nvSpPr>
        <p:spPr>
          <a:xfrm>
            <a:off x="1548850" y="3357634"/>
            <a:ext cx="4758000" cy="35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8" name="Google Shape;228;p22"/>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600"/>
              <a:buNone/>
              <a:defRPr/>
            </a:lvl1pPr>
            <a:lvl2pPr lvl="1" algn="ctr">
              <a:spcBef>
                <a:spcPts val="0"/>
              </a:spcBef>
              <a:spcAft>
                <a:spcPts val="0"/>
              </a:spcAft>
              <a:buSzPts val="2600"/>
              <a:buNone/>
              <a:defRPr/>
            </a:lvl2pPr>
            <a:lvl3pPr lvl="2" algn="ctr">
              <a:spcBef>
                <a:spcPts val="0"/>
              </a:spcBef>
              <a:spcAft>
                <a:spcPts val="0"/>
              </a:spcAft>
              <a:buSzPts val="2600"/>
              <a:buNone/>
              <a:defRPr/>
            </a:lvl3pPr>
            <a:lvl4pPr lvl="3" algn="ctr">
              <a:spcBef>
                <a:spcPts val="0"/>
              </a:spcBef>
              <a:spcAft>
                <a:spcPts val="0"/>
              </a:spcAft>
              <a:buSzPts val="2600"/>
              <a:buNone/>
              <a:defRPr/>
            </a:lvl4pPr>
            <a:lvl5pPr lvl="4" algn="ctr">
              <a:spcBef>
                <a:spcPts val="0"/>
              </a:spcBef>
              <a:spcAft>
                <a:spcPts val="0"/>
              </a:spcAft>
              <a:buSzPts val="2600"/>
              <a:buNone/>
              <a:defRPr/>
            </a:lvl5pPr>
            <a:lvl6pPr lvl="5" algn="ctr">
              <a:spcBef>
                <a:spcPts val="0"/>
              </a:spcBef>
              <a:spcAft>
                <a:spcPts val="0"/>
              </a:spcAft>
              <a:buSzPts val="2600"/>
              <a:buNone/>
              <a:defRPr/>
            </a:lvl6pPr>
            <a:lvl7pPr lvl="6" algn="ctr">
              <a:spcBef>
                <a:spcPts val="0"/>
              </a:spcBef>
              <a:spcAft>
                <a:spcPts val="0"/>
              </a:spcAft>
              <a:buSzPts val="2600"/>
              <a:buNone/>
              <a:defRPr/>
            </a:lvl7pPr>
            <a:lvl8pPr lvl="7" algn="ctr">
              <a:spcBef>
                <a:spcPts val="0"/>
              </a:spcBef>
              <a:spcAft>
                <a:spcPts val="0"/>
              </a:spcAft>
              <a:buSzPts val="2600"/>
              <a:buNone/>
              <a:defRPr/>
            </a:lvl8pPr>
            <a:lvl9pPr lvl="8" algn="ctr">
              <a:spcBef>
                <a:spcPts val="0"/>
              </a:spcBef>
              <a:spcAft>
                <a:spcPts val="0"/>
              </a:spcAft>
              <a:buSzPts val="2600"/>
              <a:buNone/>
              <a:defRPr/>
            </a:lvl9pPr>
          </a:lstStyle>
          <a:p/>
        </p:txBody>
      </p:sp>
      <p:sp>
        <p:nvSpPr>
          <p:cNvPr id="229" name="Google Shape;229;p22"/>
          <p:cNvSpPr txBox="1"/>
          <p:nvPr>
            <p:ph idx="4" type="subTitle"/>
          </p:nvPr>
        </p:nvSpPr>
        <p:spPr>
          <a:xfrm>
            <a:off x="1548850" y="1195650"/>
            <a:ext cx="47580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0" name="Google Shape;230;p22"/>
          <p:cNvSpPr txBox="1"/>
          <p:nvPr>
            <p:ph idx="5" type="subTitle"/>
          </p:nvPr>
        </p:nvSpPr>
        <p:spPr>
          <a:xfrm>
            <a:off x="1548850" y="2960030"/>
            <a:ext cx="47580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1" name="Google Shape;231;p22"/>
          <p:cNvSpPr txBox="1"/>
          <p:nvPr>
            <p:ph idx="6" type="subTitle"/>
          </p:nvPr>
        </p:nvSpPr>
        <p:spPr>
          <a:xfrm>
            <a:off x="1548850" y="2077840"/>
            <a:ext cx="4758000" cy="4476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Raleway"/>
              <a:buNone/>
              <a:defRPr b="1" sz="2300">
                <a:latin typeface="Poppins"/>
                <a:ea typeface="Poppins"/>
                <a:cs typeface="Poppins"/>
                <a:sym typeface="Poppins"/>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32" name="Google Shape;232;p22"/>
          <p:cNvSpPr txBox="1"/>
          <p:nvPr>
            <p:ph idx="7" type="subTitle"/>
          </p:nvPr>
        </p:nvSpPr>
        <p:spPr>
          <a:xfrm>
            <a:off x="1548850" y="4239825"/>
            <a:ext cx="4758000" cy="35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2"/>
          <p:cNvSpPr txBox="1"/>
          <p:nvPr>
            <p:ph idx="8" type="subTitle"/>
          </p:nvPr>
        </p:nvSpPr>
        <p:spPr>
          <a:xfrm>
            <a:off x="1548850" y="3842221"/>
            <a:ext cx="4758000" cy="447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34" name="Shape 234"/>
        <p:cNvGrpSpPr/>
        <p:nvPr/>
      </p:nvGrpSpPr>
      <p:grpSpPr>
        <a:xfrm>
          <a:off x="0" y="0"/>
          <a:ext cx="0" cy="0"/>
          <a:chOff x="0" y="0"/>
          <a:chExt cx="0" cy="0"/>
        </a:xfrm>
      </p:grpSpPr>
      <p:pic>
        <p:nvPicPr>
          <p:cNvPr id="235" name="Google Shape;235;p23"/>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36" name="Google Shape;236;p23"/>
          <p:cNvSpPr/>
          <p:nvPr/>
        </p:nvSpPr>
        <p:spPr>
          <a:xfrm>
            <a:off x="7993546" y="2273395"/>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37" name="Google Shape;237;p23"/>
          <p:cNvSpPr/>
          <p:nvPr/>
        </p:nvSpPr>
        <p:spPr>
          <a:xfrm rot="5400000">
            <a:off x="1919810" y="-132059"/>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238" name="Google Shape;238;p23"/>
          <p:cNvGrpSpPr/>
          <p:nvPr/>
        </p:nvGrpSpPr>
        <p:grpSpPr>
          <a:xfrm>
            <a:off x="299452" y="310063"/>
            <a:ext cx="8545091" cy="4523232"/>
            <a:chOff x="723900" y="552450"/>
            <a:chExt cx="7696200" cy="4038600"/>
          </a:xfrm>
        </p:grpSpPr>
        <p:sp>
          <p:nvSpPr>
            <p:cNvPr id="239" name="Google Shape;239;p23"/>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40" name="Google Shape;240;p23"/>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41" name="Google Shape;241;p23"/>
          <p:cNvSpPr txBox="1"/>
          <p:nvPr>
            <p:ph idx="1" type="subTitle"/>
          </p:nvPr>
        </p:nvSpPr>
        <p:spPr>
          <a:xfrm>
            <a:off x="1086450" y="2249946"/>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23"/>
          <p:cNvSpPr txBox="1"/>
          <p:nvPr>
            <p:ph idx="2" type="subTitle"/>
          </p:nvPr>
        </p:nvSpPr>
        <p:spPr>
          <a:xfrm>
            <a:off x="3466497" y="2249946"/>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3" name="Google Shape;243;p23"/>
          <p:cNvSpPr txBox="1"/>
          <p:nvPr>
            <p:ph idx="3" type="subTitle"/>
          </p:nvPr>
        </p:nvSpPr>
        <p:spPr>
          <a:xfrm>
            <a:off x="1086450" y="3808399"/>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4" name="Google Shape;244;p23"/>
          <p:cNvSpPr txBox="1"/>
          <p:nvPr>
            <p:ph idx="4" type="subTitle"/>
          </p:nvPr>
        </p:nvSpPr>
        <p:spPr>
          <a:xfrm>
            <a:off x="3466497" y="3808399"/>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5" name="Google Shape;245;p23"/>
          <p:cNvSpPr txBox="1"/>
          <p:nvPr>
            <p:ph idx="5" type="subTitle"/>
          </p:nvPr>
        </p:nvSpPr>
        <p:spPr>
          <a:xfrm>
            <a:off x="5846551" y="2249946"/>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6" name="Google Shape;246;p23"/>
          <p:cNvSpPr txBox="1"/>
          <p:nvPr>
            <p:ph idx="6" type="subTitle"/>
          </p:nvPr>
        </p:nvSpPr>
        <p:spPr>
          <a:xfrm>
            <a:off x="5846551" y="3808399"/>
            <a:ext cx="2211000" cy="622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7" name="Google Shape;247;p23"/>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48" name="Google Shape;248;p23"/>
          <p:cNvSpPr txBox="1"/>
          <p:nvPr>
            <p:ph idx="7" type="subTitle"/>
          </p:nvPr>
        </p:nvSpPr>
        <p:spPr>
          <a:xfrm>
            <a:off x="1086454" y="1903025"/>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49" name="Google Shape;249;p23"/>
          <p:cNvSpPr txBox="1"/>
          <p:nvPr>
            <p:ph idx="8" type="subTitle"/>
          </p:nvPr>
        </p:nvSpPr>
        <p:spPr>
          <a:xfrm>
            <a:off x="3466498" y="1903025"/>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0" name="Google Shape;250;p23"/>
          <p:cNvSpPr txBox="1"/>
          <p:nvPr>
            <p:ph idx="9" type="subTitle"/>
          </p:nvPr>
        </p:nvSpPr>
        <p:spPr>
          <a:xfrm>
            <a:off x="5846550" y="1903025"/>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1" name="Google Shape;251;p23"/>
          <p:cNvSpPr txBox="1"/>
          <p:nvPr>
            <p:ph idx="13" type="subTitle"/>
          </p:nvPr>
        </p:nvSpPr>
        <p:spPr>
          <a:xfrm>
            <a:off x="1086454" y="3461528"/>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2" name="Google Shape;252;p23"/>
          <p:cNvSpPr txBox="1"/>
          <p:nvPr>
            <p:ph idx="14" type="subTitle"/>
          </p:nvPr>
        </p:nvSpPr>
        <p:spPr>
          <a:xfrm>
            <a:off x="3466503" y="3461528"/>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53" name="Google Shape;253;p23"/>
          <p:cNvSpPr txBox="1"/>
          <p:nvPr>
            <p:ph idx="15" type="subTitle"/>
          </p:nvPr>
        </p:nvSpPr>
        <p:spPr>
          <a:xfrm>
            <a:off x="5846554" y="3461528"/>
            <a:ext cx="2211000" cy="391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300">
                <a:latin typeface="Poppins"/>
                <a:ea typeface="Poppins"/>
                <a:cs typeface="Poppins"/>
                <a:sym typeface="Poppins"/>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54" name="Shape 254"/>
        <p:cNvGrpSpPr/>
        <p:nvPr/>
      </p:nvGrpSpPr>
      <p:grpSpPr>
        <a:xfrm>
          <a:off x="0" y="0"/>
          <a:ext cx="0" cy="0"/>
          <a:chOff x="0" y="0"/>
          <a:chExt cx="0" cy="0"/>
        </a:xfrm>
      </p:grpSpPr>
      <p:pic>
        <p:nvPicPr>
          <p:cNvPr id="255" name="Google Shape;255;p24"/>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56" name="Google Shape;256;p24"/>
          <p:cNvSpPr/>
          <p:nvPr/>
        </p:nvSpPr>
        <p:spPr>
          <a:xfrm>
            <a:off x="-368634" y="4421332"/>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57" name="Google Shape;257;p24"/>
          <p:cNvSpPr/>
          <p:nvPr/>
        </p:nvSpPr>
        <p:spPr>
          <a:xfrm>
            <a:off x="2566525" y="-15579"/>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58" name="Google Shape;258;p24"/>
          <p:cNvSpPr/>
          <p:nvPr/>
        </p:nvSpPr>
        <p:spPr>
          <a:xfrm rot="5400000">
            <a:off x="6294822" y="201719"/>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59" name="Google Shape;259;p24"/>
          <p:cNvSpPr/>
          <p:nvPr/>
        </p:nvSpPr>
        <p:spPr>
          <a:xfrm>
            <a:off x="506099" y="517045"/>
            <a:ext cx="8531100" cy="4524000"/>
          </a:xfrm>
          <a:prstGeom prst="roundRect">
            <a:avLst>
              <a:gd fmla="val 6817" name="adj"/>
            </a:avLst>
          </a:prstGeom>
          <a:solidFill>
            <a:schemeClr val="l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260" name="Google Shape;260;p24"/>
          <p:cNvSpPr/>
          <p:nvPr/>
        </p:nvSpPr>
        <p:spPr>
          <a:xfrm>
            <a:off x="402779" y="408559"/>
            <a:ext cx="8531100" cy="4524000"/>
          </a:xfrm>
          <a:prstGeom prst="roundRect">
            <a:avLst>
              <a:gd fmla="val 6817" name="adj"/>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261" name="Google Shape;261;p24"/>
          <p:cNvSpPr/>
          <p:nvPr/>
        </p:nvSpPr>
        <p:spPr>
          <a:xfrm>
            <a:off x="299451" y="310078"/>
            <a:ext cx="8531100" cy="4524000"/>
          </a:xfrm>
          <a:prstGeom prst="roundRect">
            <a:avLst>
              <a:gd fmla="val 6817" name="adj"/>
            </a:avLst>
          </a:prstGeom>
          <a:solidFill>
            <a:srgbClr val="60C7B8"/>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262" name="Google Shape;262;p24"/>
          <p:cNvGrpSpPr/>
          <p:nvPr/>
        </p:nvGrpSpPr>
        <p:grpSpPr>
          <a:xfrm>
            <a:off x="299451" y="310063"/>
            <a:ext cx="8545091" cy="4523232"/>
            <a:chOff x="723900" y="552450"/>
            <a:chExt cx="7696200" cy="4038600"/>
          </a:xfrm>
        </p:grpSpPr>
        <p:sp>
          <p:nvSpPr>
            <p:cNvPr id="263" name="Google Shape;263;p24"/>
            <p:cNvSpPr/>
            <p:nvPr/>
          </p:nvSpPr>
          <p:spPr>
            <a:xfrm>
              <a:off x="723900" y="552450"/>
              <a:ext cx="7696200" cy="4038600"/>
            </a:xfrm>
            <a:prstGeom prst="roundRect">
              <a:avLst>
                <a:gd fmla="val 6817" name="adj"/>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64" name="Google Shape;264;p24"/>
            <p:cNvCxnSpPr/>
            <p:nvPr/>
          </p:nvCxnSpPr>
          <p:spPr>
            <a:xfrm>
              <a:off x="723900" y="1080005"/>
              <a:ext cx="7696200" cy="0"/>
            </a:xfrm>
            <a:prstGeom prst="straightConnector1">
              <a:avLst/>
            </a:prstGeom>
            <a:noFill/>
            <a:ln cap="flat" cmpd="sng" w="12700">
              <a:solidFill>
                <a:schemeClr val="dk1"/>
              </a:solidFill>
              <a:prstDash val="solid"/>
              <a:miter lim="800000"/>
              <a:headEnd len="sm" w="sm" type="none"/>
              <a:tailEnd len="sm" w="sm" type="none"/>
            </a:ln>
          </p:spPr>
        </p:cxnSp>
      </p:grpSp>
      <p:sp>
        <p:nvSpPr>
          <p:cNvPr id="265" name="Google Shape;265;p24"/>
          <p:cNvSpPr txBox="1"/>
          <p:nvPr>
            <p:ph type="title"/>
          </p:nvPr>
        </p:nvSpPr>
        <p:spPr>
          <a:xfrm>
            <a:off x="1578025" y="959400"/>
            <a:ext cx="5988000" cy="1058700"/>
          </a:xfrm>
          <a:prstGeom prst="rect">
            <a:avLst/>
          </a:prstGeom>
        </p:spPr>
        <p:txBody>
          <a:bodyPr anchorCtr="0" anchor="b" bIns="91425" lIns="91425" spcFirstLastPara="1" rIns="91425" wrap="square" tIns="91425">
            <a:noAutofit/>
          </a:bodyPr>
          <a:lstStyle>
            <a:lvl1pPr lvl="0" rtl="0" algn="ctr">
              <a:lnSpc>
                <a:spcPct val="90000"/>
              </a:lnSpc>
              <a:spcBef>
                <a:spcPts val="0"/>
              </a:spcBef>
              <a:spcAft>
                <a:spcPts val="0"/>
              </a:spcAft>
              <a:buSzPts val="2600"/>
              <a:buNone/>
              <a:defRPr sz="70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66" name="Google Shape;266;p24"/>
          <p:cNvSpPr txBox="1"/>
          <p:nvPr>
            <p:ph idx="1" type="subTitle"/>
          </p:nvPr>
        </p:nvSpPr>
        <p:spPr>
          <a:xfrm>
            <a:off x="1577975" y="1886750"/>
            <a:ext cx="5988000" cy="96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 name="Google Shape;267;p24"/>
          <p:cNvSpPr txBox="1"/>
          <p:nvPr/>
        </p:nvSpPr>
        <p:spPr>
          <a:xfrm>
            <a:off x="2099100" y="3764350"/>
            <a:ext cx="4945800" cy="556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s" sz="1200">
                <a:solidFill>
                  <a:schemeClr val="dk1"/>
                </a:solidFill>
                <a:latin typeface="Source Sans Pro"/>
                <a:ea typeface="Source Sans Pro"/>
                <a:cs typeface="Source Sans Pro"/>
                <a:sym typeface="Source Sans Pro"/>
              </a:rPr>
              <a:t>CREDITS:</a:t>
            </a:r>
            <a:r>
              <a:rPr lang="es" sz="1200">
                <a:solidFill>
                  <a:schemeClr val="dk1"/>
                </a:solidFill>
                <a:latin typeface="Source Sans Pro"/>
                <a:ea typeface="Source Sans Pro"/>
                <a:cs typeface="Source Sans Pro"/>
                <a:sym typeface="Source Sans Pro"/>
              </a:rPr>
              <a:t> This presentation template was created by </a:t>
            </a:r>
            <a:r>
              <a:rPr b="1" lang="es" sz="1200" u="sng">
                <a:solidFill>
                  <a:schemeClr val="dk1"/>
                </a:solidFill>
                <a:latin typeface="Source Sans Pro"/>
                <a:ea typeface="Source Sans Pro"/>
                <a:cs typeface="Source Sans Pro"/>
                <a:sym typeface="Source Sans Pro"/>
                <a:hlinkClick r:id="rId3">
                  <a:extLst>
                    <a:ext uri="{A12FA001-AC4F-418D-AE19-62706E023703}">
                      <ahyp:hlinkClr val="tx"/>
                    </a:ext>
                  </a:extLst>
                </a:hlinkClick>
              </a:rPr>
              <a:t>Slidesgo</a:t>
            </a:r>
            <a:r>
              <a:rPr lang="es" sz="1200">
                <a:solidFill>
                  <a:schemeClr val="dk1"/>
                </a:solidFill>
                <a:latin typeface="Source Sans Pro"/>
                <a:ea typeface="Source Sans Pro"/>
                <a:cs typeface="Source Sans Pro"/>
                <a:sym typeface="Source Sans Pro"/>
              </a:rPr>
              <a:t>, and includes icons by </a:t>
            </a:r>
            <a:r>
              <a:rPr b="1" lang="es" sz="1200" u="sng">
                <a:solidFill>
                  <a:schemeClr val="dk1"/>
                </a:solidFill>
                <a:latin typeface="Source Sans Pro"/>
                <a:ea typeface="Source Sans Pro"/>
                <a:cs typeface="Source Sans Pro"/>
                <a:sym typeface="Source Sans Pro"/>
                <a:hlinkClick r:id="rId4">
                  <a:extLst>
                    <a:ext uri="{A12FA001-AC4F-418D-AE19-62706E023703}">
                      <ahyp:hlinkClr val="tx"/>
                    </a:ext>
                  </a:extLst>
                </a:hlinkClick>
              </a:rPr>
              <a:t>Flaticon</a:t>
            </a:r>
            <a:r>
              <a:rPr lang="es" sz="1200">
                <a:solidFill>
                  <a:schemeClr val="dk1"/>
                </a:solidFill>
                <a:latin typeface="Source Sans Pro"/>
                <a:ea typeface="Source Sans Pro"/>
                <a:cs typeface="Source Sans Pro"/>
                <a:sym typeface="Source Sans Pro"/>
              </a:rPr>
              <a:t>, and infographics &amp; images by </a:t>
            </a:r>
            <a:r>
              <a:rPr b="1" lang="es" sz="1200" u="sng">
                <a:solidFill>
                  <a:schemeClr val="dk1"/>
                </a:solidFill>
                <a:latin typeface="Source Sans Pro"/>
                <a:ea typeface="Source Sans Pro"/>
                <a:cs typeface="Source Sans Pro"/>
                <a:sym typeface="Source Sans Pro"/>
                <a:hlinkClick r:id="rId5">
                  <a:extLst>
                    <a:ext uri="{A12FA001-AC4F-418D-AE19-62706E023703}">
                      <ahyp:hlinkClr val="tx"/>
                    </a:ext>
                  </a:extLst>
                </a:hlinkClick>
              </a:rPr>
              <a:t>Freepik</a:t>
            </a:r>
            <a:r>
              <a:rPr lang="es" sz="1200" u="sng">
                <a:solidFill>
                  <a:schemeClr val="dk1"/>
                </a:solidFill>
                <a:latin typeface="Source Sans Pro"/>
                <a:ea typeface="Source Sans Pro"/>
                <a:cs typeface="Source Sans Pro"/>
                <a:sym typeface="Source Sans Pro"/>
              </a:rPr>
              <a:t> </a:t>
            </a:r>
            <a:endParaRPr b="1" sz="1200" u="sng">
              <a:solidFill>
                <a:schemeClr val="dk1"/>
              </a:solidFill>
              <a:latin typeface="Source Sans Pro"/>
              <a:ea typeface="Source Sans Pro"/>
              <a:cs typeface="Source Sans Pro"/>
              <a:sym typeface="Source Sans Pr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68" name="Shape 268"/>
        <p:cNvGrpSpPr/>
        <p:nvPr/>
      </p:nvGrpSpPr>
      <p:grpSpPr>
        <a:xfrm>
          <a:off x="0" y="0"/>
          <a:ext cx="0" cy="0"/>
          <a:chOff x="0" y="0"/>
          <a:chExt cx="0" cy="0"/>
        </a:xfrm>
      </p:grpSpPr>
      <p:pic>
        <p:nvPicPr>
          <p:cNvPr id="269" name="Google Shape;269;p25"/>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70" name="Google Shape;270;p25"/>
          <p:cNvSpPr/>
          <p:nvPr/>
        </p:nvSpPr>
        <p:spPr>
          <a:xfrm>
            <a:off x="-609965" y="2547414"/>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rgbClr val="60C7B8"/>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71" name="Google Shape;271;p25"/>
          <p:cNvSpPr/>
          <p:nvPr/>
        </p:nvSpPr>
        <p:spPr>
          <a:xfrm>
            <a:off x="7998784" y="2276056"/>
            <a:ext cx="1145217" cy="751549"/>
          </a:xfrm>
          <a:custGeom>
            <a:rect b="b" l="l" r="r" t="t"/>
            <a:pathLst>
              <a:path extrusionOk="0" h="453" w="691">
                <a:moveTo>
                  <a:pt x="187" y="48"/>
                </a:moveTo>
                <a:cubicBezTo>
                  <a:pt x="230" y="25"/>
                  <a:pt x="280" y="11"/>
                  <a:pt x="332" y="8"/>
                </a:cubicBezTo>
                <a:cubicBezTo>
                  <a:pt x="520" y="0"/>
                  <a:pt x="680" y="146"/>
                  <a:pt x="689" y="335"/>
                </a:cubicBezTo>
                <a:cubicBezTo>
                  <a:pt x="691" y="384"/>
                  <a:pt x="652" y="426"/>
                  <a:pt x="603" y="428"/>
                </a:cubicBezTo>
                <a:cubicBezTo>
                  <a:pt x="553" y="431"/>
                  <a:pt x="511" y="392"/>
                  <a:pt x="509" y="343"/>
                </a:cubicBezTo>
                <a:cubicBezTo>
                  <a:pt x="505" y="253"/>
                  <a:pt x="429" y="184"/>
                  <a:pt x="340" y="188"/>
                </a:cubicBezTo>
                <a:cubicBezTo>
                  <a:pt x="297" y="190"/>
                  <a:pt x="257" y="208"/>
                  <a:pt x="228" y="240"/>
                </a:cubicBezTo>
                <a:cubicBezTo>
                  <a:pt x="198" y="272"/>
                  <a:pt x="183" y="314"/>
                  <a:pt x="185" y="357"/>
                </a:cubicBezTo>
                <a:cubicBezTo>
                  <a:pt x="187" y="407"/>
                  <a:pt x="149" y="448"/>
                  <a:pt x="99" y="451"/>
                </a:cubicBezTo>
                <a:cubicBezTo>
                  <a:pt x="50" y="453"/>
                  <a:pt x="8" y="414"/>
                  <a:pt x="6" y="365"/>
                </a:cubicBezTo>
                <a:cubicBezTo>
                  <a:pt x="0" y="229"/>
                  <a:pt x="74" y="108"/>
                  <a:pt x="187" y="48"/>
                </a:cubicBezTo>
                <a:close/>
              </a:path>
            </a:pathLst>
          </a:custGeom>
          <a:solidFill>
            <a:srgbClr val="BAA5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72" name="Google Shape;272;p25"/>
          <p:cNvSpPr/>
          <p:nvPr/>
        </p:nvSpPr>
        <p:spPr>
          <a:xfrm rot="5400000">
            <a:off x="1919810" y="-132059"/>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rgbClr val="E6A2D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73" name="Google Shape;273;p25"/>
          <p:cNvSpPr/>
          <p:nvPr/>
        </p:nvSpPr>
        <p:spPr>
          <a:xfrm>
            <a:off x="402779" y="408559"/>
            <a:ext cx="8531100" cy="4524000"/>
          </a:xfrm>
          <a:prstGeom prst="roundRect">
            <a:avLst>
              <a:gd fmla="val 6817" name="adj"/>
            </a:avLst>
          </a:prstGeom>
          <a:solidFill>
            <a:srgbClr val="E6A2D0"/>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274" name="Google Shape;274;p25"/>
          <p:cNvGrpSpPr/>
          <p:nvPr/>
        </p:nvGrpSpPr>
        <p:grpSpPr>
          <a:xfrm>
            <a:off x="307868" y="205895"/>
            <a:ext cx="8548921" cy="4523232"/>
            <a:chOff x="711402" y="543517"/>
            <a:chExt cx="7699650" cy="4038600"/>
          </a:xfrm>
        </p:grpSpPr>
        <p:sp>
          <p:nvSpPr>
            <p:cNvPr id="275" name="Google Shape;275;p25"/>
            <p:cNvSpPr/>
            <p:nvPr/>
          </p:nvSpPr>
          <p:spPr>
            <a:xfrm>
              <a:off x="711402" y="543517"/>
              <a:ext cx="7696200" cy="4038600"/>
            </a:xfrm>
            <a:prstGeom prst="roundRect">
              <a:avLst>
                <a:gd fmla="val 6817" name="adj"/>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76" name="Google Shape;276;p25"/>
            <p:cNvCxnSpPr/>
            <p:nvPr/>
          </p:nvCxnSpPr>
          <p:spPr>
            <a:xfrm>
              <a:off x="714852" y="1080005"/>
              <a:ext cx="7696200" cy="0"/>
            </a:xfrm>
            <a:prstGeom prst="straightConnector1">
              <a:avLst/>
            </a:prstGeom>
            <a:noFill/>
            <a:ln cap="flat" cmpd="sng" w="12700">
              <a:solidFill>
                <a:srgbClr val="000000"/>
              </a:solidFill>
              <a:prstDash val="solid"/>
              <a:miter lim="800000"/>
              <a:headEnd len="sm" w="sm" type="none"/>
              <a:tailEnd len="sm" w="sm" type="none"/>
            </a:ln>
          </p:spPr>
        </p:cxnSp>
      </p:grpSp>
      <p:sp>
        <p:nvSpPr>
          <p:cNvPr id="277" name="Google Shape;277;p25"/>
          <p:cNvSpPr/>
          <p:nvPr/>
        </p:nvSpPr>
        <p:spPr>
          <a:xfrm>
            <a:off x="5955937" y="-55897"/>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78" name="Shape 278"/>
        <p:cNvGrpSpPr/>
        <p:nvPr/>
      </p:nvGrpSpPr>
      <p:grpSpPr>
        <a:xfrm>
          <a:off x="0" y="0"/>
          <a:ext cx="0" cy="0"/>
          <a:chOff x="0" y="0"/>
          <a:chExt cx="0" cy="0"/>
        </a:xfrm>
      </p:grpSpPr>
      <p:pic>
        <p:nvPicPr>
          <p:cNvPr id="279" name="Google Shape;279;p26"/>
          <p:cNvPicPr preferRelativeResize="0"/>
          <p:nvPr/>
        </p:nvPicPr>
        <p:blipFill rotWithShape="1">
          <a:blip r:embed="rId2">
            <a:alphaModFix amt="56000"/>
          </a:blip>
          <a:srcRect b="0" l="0" r="0" t="0"/>
          <a:stretch/>
        </p:blipFill>
        <p:spPr>
          <a:xfrm>
            <a:off x="-20663" y="-25831"/>
            <a:ext cx="9205993" cy="5207431"/>
          </a:xfrm>
          <a:prstGeom prst="rect">
            <a:avLst/>
          </a:prstGeom>
          <a:noFill/>
          <a:ln>
            <a:noFill/>
          </a:ln>
          <a:effectLst>
            <a:outerShdw sx="1000" rotWithShape="0" algn="ctr" dist="50800" sy="1000">
              <a:srgbClr val="000000"/>
            </a:outerShdw>
          </a:effectLst>
        </p:spPr>
      </p:pic>
      <p:sp>
        <p:nvSpPr>
          <p:cNvPr id="280" name="Google Shape;280;p26"/>
          <p:cNvSpPr/>
          <p:nvPr/>
        </p:nvSpPr>
        <p:spPr>
          <a:xfrm>
            <a:off x="7065777" y="5039083"/>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rgbClr val="60C7B8"/>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81" name="Google Shape;281;p26"/>
          <p:cNvSpPr/>
          <p:nvPr/>
        </p:nvSpPr>
        <p:spPr>
          <a:xfrm>
            <a:off x="4236763" y="-59751"/>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82" name="Google Shape;282;p26"/>
          <p:cNvSpPr/>
          <p:nvPr/>
        </p:nvSpPr>
        <p:spPr>
          <a:xfrm rot="5400000">
            <a:off x="-243290" y="4405908"/>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rgbClr val="E6A2D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283" name="Google Shape;283;p26"/>
          <p:cNvGrpSpPr/>
          <p:nvPr/>
        </p:nvGrpSpPr>
        <p:grpSpPr>
          <a:xfrm>
            <a:off x="299452" y="310063"/>
            <a:ext cx="8545091" cy="4523232"/>
            <a:chOff x="723900" y="552450"/>
            <a:chExt cx="7696200" cy="4038600"/>
          </a:xfrm>
        </p:grpSpPr>
        <p:sp>
          <p:nvSpPr>
            <p:cNvPr id="284" name="Google Shape;284;p26"/>
            <p:cNvSpPr/>
            <p:nvPr/>
          </p:nvSpPr>
          <p:spPr>
            <a:xfrm>
              <a:off x="723900" y="552450"/>
              <a:ext cx="7696200" cy="4038600"/>
            </a:xfrm>
            <a:prstGeom prst="roundRect">
              <a:avLst>
                <a:gd fmla="val 6817" name="adj"/>
              </a:avLst>
            </a:prstGeom>
            <a:solidFill>
              <a:srgbClr val="FFFFFF"/>
            </a:solidFill>
            <a:ln cap="flat" cmpd="sng" w="127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cxnSp>
          <p:nvCxnSpPr>
            <p:cNvPr id="285" name="Google Shape;285;p26"/>
            <p:cNvCxnSpPr/>
            <p:nvPr/>
          </p:nvCxnSpPr>
          <p:spPr>
            <a:xfrm>
              <a:off x="723900" y="1080005"/>
              <a:ext cx="7696200" cy="0"/>
            </a:xfrm>
            <a:prstGeom prst="straightConnector1">
              <a:avLst/>
            </a:prstGeom>
            <a:noFill/>
            <a:ln cap="flat" cmpd="sng" w="12700">
              <a:solidFill>
                <a:srgbClr val="000000"/>
              </a:solidFill>
              <a:prstDash val="solid"/>
              <a:miter lim="800000"/>
              <a:headEnd len="sm" w="sm" type="none"/>
              <a:tailEnd len="sm" w="sm"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1pPr>
            <a:lvl2pPr lvl="1"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2pPr>
            <a:lvl3pPr lvl="2"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3pPr>
            <a:lvl4pPr lvl="3"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4pPr>
            <a:lvl5pPr lvl="4"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5pPr>
            <a:lvl6pPr lvl="5"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6pPr>
            <a:lvl7pPr lvl="6"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7pPr>
            <a:lvl8pPr lvl="7"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8pPr>
            <a:lvl9pPr lvl="8" rtl="0">
              <a:spcBef>
                <a:spcPts val="0"/>
              </a:spcBef>
              <a:spcAft>
                <a:spcPts val="0"/>
              </a:spcAft>
              <a:buClr>
                <a:schemeClr val="dk1"/>
              </a:buClr>
              <a:buSzPts val="2600"/>
              <a:buFont typeface="Poppins"/>
              <a:buNone/>
              <a:defRPr b="1" sz="26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1pPr>
            <a:lvl2pPr indent="-317500" lvl="1" marL="9144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indent="-317500" lvl="2" marL="13716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indent="-317500" lvl="3" marL="18288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indent="-317500" lvl="4" marL="22860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indent="-317500" lvl="5" marL="27432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indent="-317500" lvl="6" marL="32004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indent="-317500" lvl="7" marL="36576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indent="-317500" lvl="8" marL="4114800">
              <a:lnSpc>
                <a:spcPct val="100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27"/>
          <p:cNvGrpSpPr/>
          <p:nvPr/>
        </p:nvGrpSpPr>
        <p:grpSpPr>
          <a:xfrm>
            <a:off x="1418909" y="-92674"/>
            <a:ext cx="1199270" cy="599635"/>
            <a:chOff x="5638801" y="2709863"/>
            <a:chExt cx="495300" cy="247650"/>
          </a:xfrm>
        </p:grpSpPr>
        <p:sp>
          <p:nvSpPr>
            <p:cNvPr id="291" name="Google Shape;291;p27"/>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292" name="Google Shape;292;p27"/>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293" name="Google Shape;293;p27"/>
          <p:cNvGrpSpPr/>
          <p:nvPr/>
        </p:nvGrpSpPr>
        <p:grpSpPr>
          <a:xfrm>
            <a:off x="1143702" y="644615"/>
            <a:ext cx="573926" cy="93900"/>
            <a:chOff x="1143702" y="644615"/>
            <a:chExt cx="573926" cy="93900"/>
          </a:xfrm>
        </p:grpSpPr>
        <p:sp>
          <p:nvSpPr>
            <p:cNvPr id="294" name="Google Shape;294;p27"/>
            <p:cNvSpPr/>
            <p:nvPr/>
          </p:nvSpPr>
          <p:spPr>
            <a:xfrm flipH="1">
              <a:off x="1143702" y="644615"/>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295" name="Google Shape;295;p27"/>
            <p:cNvSpPr/>
            <p:nvPr/>
          </p:nvSpPr>
          <p:spPr>
            <a:xfrm flipH="1">
              <a:off x="1383715" y="644615"/>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296" name="Google Shape;296;p27"/>
            <p:cNvSpPr/>
            <p:nvPr/>
          </p:nvSpPr>
          <p:spPr>
            <a:xfrm flipH="1">
              <a:off x="1623728" y="644615"/>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297" name="Google Shape;297;p27"/>
          <p:cNvSpPr/>
          <p:nvPr/>
        </p:nvSpPr>
        <p:spPr>
          <a:xfrm>
            <a:off x="2032782" y="3386432"/>
            <a:ext cx="5078400" cy="466800"/>
          </a:xfrm>
          <a:prstGeom prst="roundRect">
            <a:avLst>
              <a:gd fmla="val 14685" name="adj"/>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nvGrpSpPr>
          <p:cNvPr id="298" name="Google Shape;298;p27"/>
          <p:cNvGrpSpPr/>
          <p:nvPr/>
        </p:nvGrpSpPr>
        <p:grpSpPr>
          <a:xfrm>
            <a:off x="874601" y="980313"/>
            <a:ext cx="812387" cy="815361"/>
            <a:chOff x="2759075" y="2149476"/>
            <a:chExt cx="433389" cy="434975"/>
          </a:xfrm>
        </p:grpSpPr>
        <p:sp>
          <p:nvSpPr>
            <p:cNvPr id="299" name="Google Shape;299;p27"/>
            <p:cNvSpPr/>
            <p:nvPr/>
          </p:nvSpPr>
          <p:spPr>
            <a:xfrm>
              <a:off x="2759075" y="2149476"/>
              <a:ext cx="433389" cy="434975"/>
            </a:xfrm>
            <a:custGeom>
              <a:rect b="b" l="l" r="r" t="t"/>
              <a:pathLst>
                <a:path extrusionOk="0" h="738" w="738">
                  <a:moveTo>
                    <a:pt x="0" y="369"/>
                  </a:moveTo>
                  <a:cubicBezTo>
                    <a:pt x="0" y="165"/>
                    <a:pt x="165" y="0"/>
                    <a:pt x="369" y="0"/>
                  </a:cubicBezTo>
                  <a:cubicBezTo>
                    <a:pt x="572" y="0"/>
                    <a:pt x="738" y="165"/>
                    <a:pt x="738" y="369"/>
                  </a:cubicBezTo>
                  <a:cubicBezTo>
                    <a:pt x="738" y="572"/>
                    <a:pt x="572" y="738"/>
                    <a:pt x="369" y="738"/>
                  </a:cubicBezTo>
                  <a:cubicBezTo>
                    <a:pt x="165" y="738"/>
                    <a:pt x="0" y="572"/>
                    <a:pt x="0" y="369"/>
                  </a:cubicBezTo>
                  <a:close/>
                  <a:moveTo>
                    <a:pt x="108" y="369"/>
                  </a:moveTo>
                  <a:cubicBezTo>
                    <a:pt x="108" y="513"/>
                    <a:pt x="225" y="629"/>
                    <a:pt x="369" y="629"/>
                  </a:cubicBezTo>
                  <a:cubicBezTo>
                    <a:pt x="513" y="629"/>
                    <a:pt x="630" y="513"/>
                    <a:pt x="630" y="369"/>
                  </a:cubicBezTo>
                  <a:cubicBezTo>
                    <a:pt x="630" y="224"/>
                    <a:pt x="513" y="108"/>
                    <a:pt x="369" y="108"/>
                  </a:cubicBezTo>
                  <a:cubicBezTo>
                    <a:pt x="225" y="108"/>
                    <a:pt x="108" y="224"/>
                    <a:pt x="108" y="369"/>
                  </a:cubicBezTo>
                  <a:close/>
                </a:path>
              </a:pathLst>
            </a:custGeom>
            <a:solidFill>
              <a:schemeClr val="accen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0" name="Google Shape;300;p27"/>
            <p:cNvSpPr/>
            <p:nvPr/>
          </p:nvSpPr>
          <p:spPr>
            <a:xfrm>
              <a:off x="2936876" y="2328863"/>
              <a:ext cx="128588" cy="130175"/>
            </a:xfrm>
            <a:custGeom>
              <a:rect b="b" l="l" r="r" t="t"/>
              <a:pathLst>
                <a:path extrusionOk="0" h="221" w="220">
                  <a:moveTo>
                    <a:pt x="173" y="35"/>
                  </a:moveTo>
                  <a:cubicBezTo>
                    <a:pt x="215" y="71"/>
                    <a:pt x="220" y="133"/>
                    <a:pt x="185" y="174"/>
                  </a:cubicBezTo>
                  <a:cubicBezTo>
                    <a:pt x="150" y="216"/>
                    <a:pt x="87" y="221"/>
                    <a:pt x="46" y="185"/>
                  </a:cubicBezTo>
                  <a:cubicBezTo>
                    <a:pt x="5" y="150"/>
                    <a:pt x="0" y="88"/>
                    <a:pt x="35" y="47"/>
                  </a:cubicBezTo>
                  <a:cubicBezTo>
                    <a:pt x="70" y="5"/>
                    <a:pt x="132" y="0"/>
                    <a:pt x="173" y="35"/>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301" name="Google Shape;301;p27"/>
          <p:cNvSpPr/>
          <p:nvPr/>
        </p:nvSpPr>
        <p:spPr>
          <a:xfrm>
            <a:off x="7280617" y="4194724"/>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rgbClr val="E6A2D0"/>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2" name="Google Shape;302;p27"/>
          <p:cNvSpPr/>
          <p:nvPr/>
        </p:nvSpPr>
        <p:spPr>
          <a:xfrm>
            <a:off x="4507221" y="996549"/>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rgbClr val="60C7B8"/>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3" name="Google Shape;303;p27"/>
          <p:cNvSpPr/>
          <p:nvPr/>
        </p:nvSpPr>
        <p:spPr>
          <a:xfrm>
            <a:off x="2953152" y="4140145"/>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4" name="Google Shape;304;p27"/>
          <p:cNvSpPr/>
          <p:nvPr/>
        </p:nvSpPr>
        <p:spPr>
          <a:xfrm>
            <a:off x="5833460" y="139150"/>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5" name="Google Shape;305;p27"/>
          <p:cNvSpPr/>
          <p:nvPr/>
        </p:nvSpPr>
        <p:spPr>
          <a:xfrm>
            <a:off x="8523416" y="-276977"/>
            <a:ext cx="590213" cy="595052"/>
          </a:xfrm>
          <a:custGeom>
            <a:rect b="b" l="l" r="r" t="t"/>
            <a:pathLst>
              <a:path extrusionOk="0" h="331" w="331">
                <a:moveTo>
                  <a:pt x="34" y="0"/>
                </a:moveTo>
                <a:lnTo>
                  <a:pt x="298" y="0"/>
                </a:lnTo>
                <a:cubicBezTo>
                  <a:pt x="316" y="1"/>
                  <a:pt x="331" y="15"/>
                  <a:pt x="331" y="34"/>
                </a:cubicBezTo>
                <a:lnTo>
                  <a:pt x="330" y="298"/>
                </a:lnTo>
                <a:cubicBezTo>
                  <a:pt x="330" y="316"/>
                  <a:pt x="316" y="331"/>
                  <a:pt x="297" y="331"/>
                </a:cubicBezTo>
                <a:lnTo>
                  <a:pt x="33" y="330"/>
                </a:lnTo>
                <a:cubicBezTo>
                  <a:pt x="15" y="330"/>
                  <a:pt x="0" y="315"/>
                  <a:pt x="0" y="297"/>
                </a:cubicBezTo>
                <a:lnTo>
                  <a:pt x="1" y="33"/>
                </a:lnTo>
                <a:cubicBezTo>
                  <a:pt x="1" y="15"/>
                  <a:pt x="16" y="0"/>
                  <a:pt x="34" y="0"/>
                </a:cubicBezTo>
                <a:close/>
              </a:path>
            </a:pathLst>
          </a:custGeom>
          <a:solidFill>
            <a:schemeClr val="accent3"/>
          </a:solidFill>
          <a:ln cap="flat" cmpd="sng" w="15875">
            <a:solidFill>
              <a:schemeClr val="dk1"/>
            </a:solidFill>
            <a:prstDash val="solid"/>
            <a:round/>
            <a:headEnd len="sm" w="sm" type="none"/>
            <a:tailEnd len="sm" w="sm" type="none"/>
          </a:ln>
          <a:effectLst>
            <a:outerShdw rotWithShape="0" algn="tl" dir="2700000" dist="114300">
              <a:schemeClr val="dk1"/>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6" name="Google Shape;306;p27"/>
          <p:cNvSpPr/>
          <p:nvPr/>
        </p:nvSpPr>
        <p:spPr>
          <a:xfrm>
            <a:off x="7982978" y="1947796"/>
            <a:ext cx="177215" cy="163925"/>
          </a:xfrm>
          <a:custGeom>
            <a:rect b="b" l="l" r="r" t="t"/>
            <a:pathLst>
              <a:path extrusionOk="0" h="100" w="110">
                <a:moveTo>
                  <a:pt x="55" y="100"/>
                </a:moveTo>
                <a:cubicBezTo>
                  <a:pt x="53" y="100"/>
                  <a:pt x="51" y="98"/>
                  <a:pt x="50" y="97"/>
                </a:cubicBezTo>
                <a:lnTo>
                  <a:pt x="1" y="9"/>
                </a:lnTo>
                <a:cubicBezTo>
                  <a:pt x="0" y="7"/>
                  <a:pt x="0" y="5"/>
                  <a:pt x="1" y="3"/>
                </a:cubicBezTo>
                <a:cubicBezTo>
                  <a:pt x="2" y="2"/>
                  <a:pt x="4" y="0"/>
                  <a:pt x="6" y="0"/>
                </a:cubicBezTo>
                <a:lnTo>
                  <a:pt x="104" y="0"/>
                </a:lnTo>
                <a:cubicBezTo>
                  <a:pt x="106" y="0"/>
                  <a:pt x="108" y="2"/>
                  <a:pt x="109" y="3"/>
                </a:cubicBezTo>
                <a:cubicBezTo>
                  <a:pt x="110" y="5"/>
                  <a:pt x="110" y="7"/>
                  <a:pt x="109" y="9"/>
                </a:cubicBezTo>
                <a:lnTo>
                  <a:pt x="60" y="97"/>
                </a:lnTo>
                <a:cubicBezTo>
                  <a:pt x="59" y="98"/>
                  <a:pt x="57" y="100"/>
                  <a:pt x="55" y="100"/>
                </a:cubicBezTo>
                <a:close/>
                <a:moveTo>
                  <a:pt x="16" y="12"/>
                </a:moveTo>
                <a:lnTo>
                  <a:pt x="55" y="82"/>
                </a:lnTo>
                <a:lnTo>
                  <a:pt x="94" y="12"/>
                </a:lnTo>
                <a:lnTo>
                  <a:pt x="16"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7" name="Google Shape;307;p27"/>
          <p:cNvSpPr/>
          <p:nvPr/>
        </p:nvSpPr>
        <p:spPr>
          <a:xfrm>
            <a:off x="1596033" y="4036611"/>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8" name="Google Shape;308;p27"/>
          <p:cNvSpPr/>
          <p:nvPr/>
        </p:nvSpPr>
        <p:spPr>
          <a:xfrm>
            <a:off x="1077455" y="2098352"/>
            <a:ext cx="82468" cy="82468"/>
          </a:xfrm>
          <a:custGeom>
            <a:rect b="b" l="l" r="r" t="t"/>
            <a:pathLst>
              <a:path extrusionOk="0" h="75" w="75">
                <a:moveTo>
                  <a:pt x="38" y="75"/>
                </a:moveTo>
                <a:cubicBezTo>
                  <a:pt x="17" y="75"/>
                  <a:pt x="0" y="58"/>
                  <a:pt x="0" y="38"/>
                </a:cubicBezTo>
                <a:cubicBezTo>
                  <a:pt x="0" y="17"/>
                  <a:pt x="17" y="0"/>
                  <a:pt x="38" y="0"/>
                </a:cubicBezTo>
                <a:cubicBezTo>
                  <a:pt x="58" y="0"/>
                  <a:pt x="75" y="17"/>
                  <a:pt x="75" y="38"/>
                </a:cubicBezTo>
                <a:cubicBezTo>
                  <a:pt x="75" y="58"/>
                  <a:pt x="58" y="75"/>
                  <a:pt x="38" y="75"/>
                </a:cubicBezTo>
                <a:close/>
                <a:moveTo>
                  <a:pt x="38" y="18"/>
                </a:moveTo>
                <a:cubicBezTo>
                  <a:pt x="27" y="18"/>
                  <a:pt x="18" y="27"/>
                  <a:pt x="18" y="38"/>
                </a:cubicBezTo>
                <a:cubicBezTo>
                  <a:pt x="18" y="49"/>
                  <a:pt x="27" y="58"/>
                  <a:pt x="38" y="58"/>
                </a:cubicBezTo>
                <a:cubicBezTo>
                  <a:pt x="49" y="58"/>
                  <a:pt x="58" y="49"/>
                  <a:pt x="58" y="38"/>
                </a:cubicBezTo>
                <a:cubicBezTo>
                  <a:pt x="58" y="27"/>
                  <a:pt x="49" y="18"/>
                  <a:pt x="38" y="1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09" name="Google Shape;309;p27"/>
          <p:cNvSpPr/>
          <p:nvPr/>
        </p:nvSpPr>
        <p:spPr>
          <a:xfrm rot="5400000">
            <a:off x="-134141" y="4695154"/>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10" name="Google Shape;310;p27"/>
          <p:cNvSpPr/>
          <p:nvPr/>
        </p:nvSpPr>
        <p:spPr>
          <a:xfrm>
            <a:off x="6016163" y="5047352"/>
            <a:ext cx="1192089" cy="208833"/>
          </a:xfrm>
          <a:custGeom>
            <a:rect b="b" l="l" r="r" t="t"/>
            <a:pathLst>
              <a:path extrusionOk="0" h="64" w="372">
                <a:moveTo>
                  <a:pt x="372" y="64"/>
                </a:moveTo>
                <a:cubicBezTo>
                  <a:pt x="348" y="64"/>
                  <a:pt x="335" y="53"/>
                  <a:pt x="325" y="44"/>
                </a:cubicBezTo>
                <a:cubicBezTo>
                  <a:pt x="316" y="37"/>
                  <a:pt x="311" y="32"/>
                  <a:pt x="298" y="32"/>
                </a:cubicBezTo>
                <a:cubicBezTo>
                  <a:pt x="285" y="32"/>
                  <a:pt x="280" y="37"/>
                  <a:pt x="271" y="44"/>
                </a:cubicBezTo>
                <a:cubicBezTo>
                  <a:pt x="261" y="53"/>
                  <a:pt x="248" y="64"/>
                  <a:pt x="223" y="64"/>
                </a:cubicBezTo>
                <a:cubicBezTo>
                  <a:pt x="199" y="64"/>
                  <a:pt x="186" y="53"/>
                  <a:pt x="176" y="44"/>
                </a:cubicBezTo>
                <a:cubicBezTo>
                  <a:pt x="167" y="37"/>
                  <a:pt x="162" y="32"/>
                  <a:pt x="149" y="32"/>
                </a:cubicBezTo>
                <a:cubicBezTo>
                  <a:pt x="136" y="32"/>
                  <a:pt x="131" y="37"/>
                  <a:pt x="122" y="44"/>
                </a:cubicBezTo>
                <a:cubicBezTo>
                  <a:pt x="112" y="53"/>
                  <a:pt x="99" y="64"/>
                  <a:pt x="74" y="64"/>
                </a:cubicBezTo>
                <a:cubicBezTo>
                  <a:pt x="50" y="64"/>
                  <a:pt x="37" y="53"/>
                  <a:pt x="27" y="44"/>
                </a:cubicBezTo>
                <a:cubicBezTo>
                  <a:pt x="18" y="37"/>
                  <a:pt x="13" y="32"/>
                  <a:pt x="0" y="32"/>
                </a:cubicBezTo>
                <a:lnTo>
                  <a:pt x="0" y="0"/>
                </a:lnTo>
                <a:cubicBezTo>
                  <a:pt x="25" y="0"/>
                  <a:pt x="37" y="11"/>
                  <a:pt x="48" y="20"/>
                </a:cubicBezTo>
                <a:cubicBezTo>
                  <a:pt x="56" y="27"/>
                  <a:pt x="62" y="32"/>
                  <a:pt x="74" y="32"/>
                </a:cubicBezTo>
                <a:cubicBezTo>
                  <a:pt x="87" y="32"/>
                  <a:pt x="93" y="27"/>
                  <a:pt x="101" y="20"/>
                </a:cubicBezTo>
                <a:cubicBezTo>
                  <a:pt x="111" y="11"/>
                  <a:pt x="124" y="0"/>
                  <a:pt x="149" y="0"/>
                </a:cubicBezTo>
                <a:cubicBezTo>
                  <a:pt x="174" y="0"/>
                  <a:pt x="186" y="11"/>
                  <a:pt x="197" y="20"/>
                </a:cubicBezTo>
                <a:cubicBezTo>
                  <a:pt x="205" y="27"/>
                  <a:pt x="211" y="32"/>
                  <a:pt x="223" y="32"/>
                </a:cubicBezTo>
                <a:cubicBezTo>
                  <a:pt x="236" y="32"/>
                  <a:pt x="242" y="27"/>
                  <a:pt x="250" y="20"/>
                </a:cubicBezTo>
                <a:cubicBezTo>
                  <a:pt x="260" y="11"/>
                  <a:pt x="273" y="0"/>
                  <a:pt x="298" y="0"/>
                </a:cubicBezTo>
                <a:cubicBezTo>
                  <a:pt x="323" y="0"/>
                  <a:pt x="335" y="11"/>
                  <a:pt x="346" y="20"/>
                </a:cubicBezTo>
                <a:cubicBezTo>
                  <a:pt x="354" y="27"/>
                  <a:pt x="360" y="32"/>
                  <a:pt x="372" y="32"/>
                </a:cubicBezTo>
                <a:lnTo>
                  <a:pt x="372" y="64"/>
                </a:ln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11" name="Google Shape;311;p27"/>
          <p:cNvGrpSpPr/>
          <p:nvPr/>
        </p:nvGrpSpPr>
        <p:grpSpPr>
          <a:xfrm>
            <a:off x="8106553" y="4128393"/>
            <a:ext cx="773660" cy="963355"/>
            <a:chOff x="6696077" y="2921001"/>
            <a:chExt cx="330200" cy="411163"/>
          </a:xfrm>
        </p:grpSpPr>
        <p:sp>
          <p:nvSpPr>
            <p:cNvPr id="312" name="Google Shape;312;p27"/>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rgbClr val="22222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13" name="Google Shape;313;p27"/>
            <p:cNvGrpSpPr/>
            <p:nvPr/>
          </p:nvGrpSpPr>
          <p:grpSpPr>
            <a:xfrm>
              <a:off x="6696077" y="2921001"/>
              <a:ext cx="327022" cy="411163"/>
              <a:chOff x="6696077" y="2921001"/>
              <a:chExt cx="327022" cy="411163"/>
            </a:xfrm>
          </p:grpSpPr>
          <p:grpSp>
            <p:nvGrpSpPr>
              <p:cNvPr id="314" name="Google Shape;314;p27"/>
              <p:cNvGrpSpPr/>
              <p:nvPr/>
            </p:nvGrpSpPr>
            <p:grpSpPr>
              <a:xfrm>
                <a:off x="6696077" y="2921001"/>
                <a:ext cx="327022" cy="411163"/>
                <a:chOff x="6696077" y="2921001"/>
                <a:chExt cx="327022" cy="411163"/>
              </a:xfrm>
            </p:grpSpPr>
            <p:sp>
              <p:nvSpPr>
                <p:cNvPr id="315" name="Google Shape;315;p27"/>
                <p:cNvSpPr/>
                <p:nvPr/>
              </p:nvSpPr>
              <p:spPr>
                <a:xfrm>
                  <a:off x="6696077" y="2921001"/>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16" name="Google Shape;316;p27"/>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17" name="Google Shape;317;p27"/>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318" name="Google Shape;318;p27"/>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19" name="Google Shape;319;p27"/>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320" name="Google Shape;320;p27"/>
          <p:cNvSpPr/>
          <p:nvPr/>
        </p:nvSpPr>
        <p:spPr>
          <a:xfrm rot="10800000">
            <a:off x="8854936" y="1816321"/>
            <a:ext cx="980883" cy="494302"/>
          </a:xfrm>
          <a:custGeom>
            <a:rect b="b" l="l" r="r" t="t"/>
            <a:pathLst>
              <a:path extrusionOk="0" h="172" w="343">
                <a:moveTo>
                  <a:pt x="171" y="172"/>
                </a:moveTo>
                <a:cubicBezTo>
                  <a:pt x="266" y="172"/>
                  <a:pt x="343" y="95"/>
                  <a:pt x="343" y="0"/>
                </a:cubicBezTo>
                <a:lnTo>
                  <a:pt x="0" y="0"/>
                </a:lnTo>
                <a:cubicBezTo>
                  <a:pt x="0" y="95"/>
                  <a:pt x="76" y="172"/>
                  <a:pt x="171" y="172"/>
                </a:cubicBez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21" name="Google Shape;321;p27"/>
          <p:cNvSpPr txBox="1"/>
          <p:nvPr>
            <p:ph type="ctrTitle"/>
          </p:nvPr>
        </p:nvSpPr>
        <p:spPr>
          <a:xfrm>
            <a:off x="1161025" y="1411213"/>
            <a:ext cx="6822000" cy="1967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Ternary Trivia</a:t>
            </a:r>
            <a:endParaRPr/>
          </a:p>
          <a:p>
            <a:pPr indent="0" lvl="0" marL="0" rtl="0" algn="ctr">
              <a:spcBef>
                <a:spcPts val="0"/>
              </a:spcBef>
              <a:spcAft>
                <a:spcPts val="0"/>
              </a:spcAft>
              <a:buNone/>
            </a:pPr>
            <a:r>
              <a:rPr lang="es"/>
              <a:t>CSCE A201 Project</a:t>
            </a:r>
            <a:endParaRPr/>
          </a:p>
        </p:txBody>
      </p:sp>
      <p:sp>
        <p:nvSpPr>
          <p:cNvPr id="322" name="Google Shape;322;p27"/>
          <p:cNvSpPr txBox="1"/>
          <p:nvPr>
            <p:ph idx="1" type="subTitle"/>
          </p:nvPr>
        </p:nvSpPr>
        <p:spPr>
          <a:xfrm>
            <a:off x="2352850" y="3404725"/>
            <a:ext cx="4438200" cy="43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Presented by: Hunter, Ryan, James, and Jack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Introduction:</a:t>
            </a:r>
            <a:endParaRPr/>
          </a:p>
        </p:txBody>
      </p:sp>
      <p:sp>
        <p:nvSpPr>
          <p:cNvPr id="328" name="Google Shape;328;p28"/>
          <p:cNvSpPr txBox="1"/>
          <p:nvPr>
            <p:ph idx="1" type="body"/>
          </p:nvPr>
        </p:nvSpPr>
        <p:spPr>
          <a:xfrm>
            <a:off x="977100" y="1166600"/>
            <a:ext cx="6832200" cy="1160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s" sz="1700"/>
              <a:t>For this project we started with a handful of ideas which ended up combining into a trivia game </a:t>
            </a:r>
            <a:r>
              <a:rPr lang="es" sz="1700"/>
              <a:t>similar</a:t>
            </a:r>
            <a:r>
              <a:rPr lang="es" sz="1700"/>
              <a:t> to the format of Jeopardy. </a:t>
            </a:r>
            <a:endParaRPr sz="1700"/>
          </a:p>
          <a:p>
            <a:pPr indent="0" lvl="0" marL="0" rtl="0" algn="l">
              <a:spcBef>
                <a:spcPts val="1000"/>
              </a:spcBef>
              <a:spcAft>
                <a:spcPts val="0"/>
              </a:spcAft>
              <a:buNone/>
            </a:pPr>
            <a:r>
              <a:t/>
            </a:r>
            <a:endParaRPr sz="1700"/>
          </a:p>
          <a:p>
            <a:pPr indent="0" lvl="0" marL="0" rtl="0" algn="l">
              <a:spcBef>
                <a:spcPts val="1000"/>
              </a:spcBef>
              <a:spcAft>
                <a:spcPts val="0"/>
              </a:spcAft>
              <a:buNone/>
            </a:pPr>
            <a:r>
              <a:t/>
            </a:r>
            <a:endParaRPr sz="1700"/>
          </a:p>
        </p:txBody>
      </p:sp>
      <p:sp>
        <p:nvSpPr>
          <p:cNvPr id="329" name="Google Shape;329;p28"/>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30" name="Google Shape;330;p28"/>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31" name="Google Shape;331;p28"/>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32" name="Google Shape;332;p28"/>
          <p:cNvGrpSpPr/>
          <p:nvPr/>
        </p:nvGrpSpPr>
        <p:grpSpPr>
          <a:xfrm>
            <a:off x="606428" y="558962"/>
            <a:ext cx="573926" cy="93900"/>
            <a:chOff x="606428" y="558962"/>
            <a:chExt cx="573926" cy="93900"/>
          </a:xfrm>
        </p:grpSpPr>
        <p:sp>
          <p:nvSpPr>
            <p:cNvPr id="333" name="Google Shape;333;p28"/>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34" name="Google Shape;334;p28"/>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35" name="Google Shape;335;p28"/>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336" name="Google Shape;336;p28"/>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37" name="Google Shape;337;p28"/>
          <p:cNvGrpSpPr/>
          <p:nvPr/>
        </p:nvGrpSpPr>
        <p:grpSpPr>
          <a:xfrm>
            <a:off x="977107" y="4908465"/>
            <a:ext cx="1199270" cy="599635"/>
            <a:chOff x="5638801" y="2709863"/>
            <a:chExt cx="495300" cy="247650"/>
          </a:xfrm>
        </p:grpSpPr>
        <p:sp>
          <p:nvSpPr>
            <p:cNvPr id="338" name="Google Shape;338;p28"/>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39" name="Google Shape;339;p28"/>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pic>
        <p:nvPicPr>
          <p:cNvPr id="340" name="Google Shape;340;p28"/>
          <p:cNvPicPr preferRelativeResize="0"/>
          <p:nvPr/>
        </p:nvPicPr>
        <p:blipFill>
          <a:blip r:embed="rId3">
            <a:alphaModFix/>
          </a:blip>
          <a:stretch>
            <a:fillRect/>
          </a:stretch>
        </p:blipFill>
        <p:spPr>
          <a:xfrm>
            <a:off x="4978353" y="2392378"/>
            <a:ext cx="3571300" cy="1802875"/>
          </a:xfrm>
          <a:prstGeom prst="rect">
            <a:avLst/>
          </a:prstGeom>
          <a:noFill/>
          <a:ln>
            <a:noFill/>
          </a:ln>
        </p:spPr>
      </p:pic>
      <p:grpSp>
        <p:nvGrpSpPr>
          <p:cNvPr id="341" name="Google Shape;341;p28"/>
          <p:cNvGrpSpPr/>
          <p:nvPr/>
        </p:nvGrpSpPr>
        <p:grpSpPr>
          <a:xfrm>
            <a:off x="7982097" y="1952287"/>
            <a:ext cx="773660" cy="963355"/>
            <a:chOff x="6696077" y="2921001"/>
            <a:chExt cx="330200" cy="411163"/>
          </a:xfrm>
        </p:grpSpPr>
        <p:sp>
          <p:nvSpPr>
            <p:cNvPr id="342" name="Google Shape;342;p28"/>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43" name="Google Shape;343;p28"/>
            <p:cNvGrpSpPr/>
            <p:nvPr/>
          </p:nvGrpSpPr>
          <p:grpSpPr>
            <a:xfrm>
              <a:off x="6699249" y="2924175"/>
              <a:ext cx="323854" cy="407989"/>
              <a:chOff x="6699249" y="2924175"/>
              <a:chExt cx="323854" cy="407989"/>
            </a:xfrm>
          </p:grpSpPr>
          <p:grpSp>
            <p:nvGrpSpPr>
              <p:cNvPr id="344" name="Google Shape;344;p28"/>
              <p:cNvGrpSpPr/>
              <p:nvPr/>
            </p:nvGrpSpPr>
            <p:grpSpPr>
              <a:xfrm>
                <a:off x="6699249" y="2924175"/>
                <a:ext cx="323854" cy="407989"/>
                <a:chOff x="6699249" y="2924175"/>
                <a:chExt cx="323854" cy="407989"/>
              </a:xfrm>
            </p:grpSpPr>
            <p:sp>
              <p:nvSpPr>
                <p:cNvPr id="345" name="Google Shape;345;p28"/>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46" name="Google Shape;346;p28"/>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47" name="Google Shape;347;p28"/>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348" name="Google Shape;348;p28"/>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49" name="Google Shape;349;p28"/>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350" name="Google Shape;350;p28"/>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51" name="Google Shape;351;p28"/>
          <p:cNvSpPr txBox="1"/>
          <p:nvPr/>
        </p:nvSpPr>
        <p:spPr>
          <a:xfrm>
            <a:off x="606425" y="2537600"/>
            <a:ext cx="4209900" cy="16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Source Sans Pro"/>
                <a:ea typeface="Source Sans Pro"/>
                <a:cs typeface="Source Sans Pro"/>
                <a:sym typeface="Source Sans Pro"/>
              </a:rPr>
              <a:t>General Idea:</a:t>
            </a:r>
            <a:endParaRPr sz="1700">
              <a:solidFill>
                <a:schemeClr val="dk1"/>
              </a:solidFill>
              <a:latin typeface="Source Sans Pro"/>
              <a:ea typeface="Source Sans Pro"/>
              <a:cs typeface="Source Sans Pro"/>
              <a:sym typeface="Source Sans Pro"/>
            </a:endParaRPr>
          </a:p>
          <a:p>
            <a:pPr indent="0" lvl="0" marL="0" rtl="0" algn="l">
              <a:spcBef>
                <a:spcPts val="0"/>
              </a:spcBef>
              <a:spcAft>
                <a:spcPts val="0"/>
              </a:spcAft>
              <a:buNone/>
            </a:pPr>
            <a:r>
              <a:rPr lang="es" sz="1700">
                <a:solidFill>
                  <a:schemeClr val="dk1"/>
                </a:solidFill>
                <a:latin typeface="Source Sans Pro"/>
                <a:ea typeface="Source Sans Pro"/>
                <a:cs typeface="Source Sans Pro"/>
                <a:sym typeface="Source Sans Pro"/>
              </a:rPr>
              <a:t>A Trivia game with three teams, where the host shows a prompt, and allocates or subtracts points depending on correct or incorrect answers., with five categories with values 100-500.</a:t>
            </a:r>
            <a:endParaRPr sz="1700">
              <a:solidFill>
                <a:schemeClr val="dk1"/>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Game Rules:</a:t>
            </a:r>
            <a:endParaRPr/>
          </a:p>
        </p:txBody>
      </p:sp>
      <p:sp>
        <p:nvSpPr>
          <p:cNvPr id="357" name="Google Shape;357;p29"/>
          <p:cNvSpPr txBox="1"/>
          <p:nvPr>
            <p:ph idx="1" type="body"/>
          </p:nvPr>
        </p:nvSpPr>
        <p:spPr>
          <a:xfrm>
            <a:off x="996375" y="1166600"/>
            <a:ext cx="6832200" cy="1160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s" sz="1700"/>
              <a:t>Host: The host is given the option to decide their own questions or use provided questions, in which case the host can decide if they want the players to answer questions, show points, restart the game, change point values, or exit the program.  </a:t>
            </a:r>
            <a:endParaRPr sz="1700"/>
          </a:p>
        </p:txBody>
      </p:sp>
      <p:sp>
        <p:nvSpPr>
          <p:cNvPr id="358" name="Google Shape;358;p29"/>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59" name="Google Shape;359;p29"/>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60" name="Google Shape;360;p29"/>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61" name="Google Shape;361;p29"/>
          <p:cNvGrpSpPr/>
          <p:nvPr/>
        </p:nvGrpSpPr>
        <p:grpSpPr>
          <a:xfrm>
            <a:off x="606428" y="558962"/>
            <a:ext cx="573926" cy="93900"/>
            <a:chOff x="606428" y="558962"/>
            <a:chExt cx="573926" cy="93900"/>
          </a:xfrm>
        </p:grpSpPr>
        <p:sp>
          <p:nvSpPr>
            <p:cNvPr id="362" name="Google Shape;362;p29"/>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63" name="Google Shape;363;p29"/>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64" name="Google Shape;364;p29"/>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365" name="Google Shape;365;p29"/>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66" name="Google Shape;366;p29"/>
          <p:cNvGrpSpPr/>
          <p:nvPr/>
        </p:nvGrpSpPr>
        <p:grpSpPr>
          <a:xfrm>
            <a:off x="977107" y="4908465"/>
            <a:ext cx="1199270" cy="599635"/>
            <a:chOff x="5638801" y="2709863"/>
            <a:chExt cx="495300" cy="247650"/>
          </a:xfrm>
        </p:grpSpPr>
        <p:sp>
          <p:nvSpPr>
            <p:cNvPr id="367" name="Google Shape;367;p29"/>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68" name="Google Shape;368;p29"/>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369" name="Google Shape;369;p29"/>
          <p:cNvGrpSpPr/>
          <p:nvPr/>
        </p:nvGrpSpPr>
        <p:grpSpPr>
          <a:xfrm>
            <a:off x="7982097" y="1952287"/>
            <a:ext cx="773660" cy="963355"/>
            <a:chOff x="6696077" y="2921001"/>
            <a:chExt cx="330200" cy="411163"/>
          </a:xfrm>
        </p:grpSpPr>
        <p:sp>
          <p:nvSpPr>
            <p:cNvPr id="370" name="Google Shape;370;p29"/>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71" name="Google Shape;371;p29"/>
            <p:cNvGrpSpPr/>
            <p:nvPr/>
          </p:nvGrpSpPr>
          <p:grpSpPr>
            <a:xfrm>
              <a:off x="6699249" y="2924175"/>
              <a:ext cx="323854" cy="407989"/>
              <a:chOff x="6699249" y="2924175"/>
              <a:chExt cx="323854" cy="407989"/>
            </a:xfrm>
          </p:grpSpPr>
          <p:grpSp>
            <p:nvGrpSpPr>
              <p:cNvPr id="372" name="Google Shape;372;p29"/>
              <p:cNvGrpSpPr/>
              <p:nvPr/>
            </p:nvGrpSpPr>
            <p:grpSpPr>
              <a:xfrm>
                <a:off x="6699249" y="2924175"/>
                <a:ext cx="323854" cy="407989"/>
                <a:chOff x="6699249" y="2924175"/>
                <a:chExt cx="323854" cy="407989"/>
              </a:xfrm>
            </p:grpSpPr>
            <p:sp>
              <p:nvSpPr>
                <p:cNvPr id="373" name="Google Shape;373;p29"/>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74" name="Google Shape;374;p29"/>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75" name="Google Shape;375;p29"/>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376" name="Google Shape;376;p29"/>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77" name="Google Shape;377;p29"/>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378" name="Google Shape;378;p29"/>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79" name="Google Shape;379;p29"/>
          <p:cNvSpPr txBox="1"/>
          <p:nvPr/>
        </p:nvSpPr>
        <p:spPr>
          <a:xfrm>
            <a:off x="1018650" y="2476175"/>
            <a:ext cx="7106700" cy="16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1"/>
                </a:solidFill>
                <a:latin typeface="Source Sans Pro"/>
                <a:ea typeface="Source Sans Pro"/>
                <a:cs typeface="Source Sans Pro"/>
                <a:sym typeface="Source Sans Pro"/>
              </a:rPr>
              <a:t>Players: Player’s will decide their team’s name or use their own, can decide which a </a:t>
            </a:r>
            <a:r>
              <a:rPr lang="es" sz="1700">
                <a:solidFill>
                  <a:schemeClr val="dk1"/>
                </a:solidFill>
                <a:latin typeface="Source Sans Pro"/>
                <a:ea typeface="Source Sans Pro"/>
                <a:cs typeface="Source Sans Pro"/>
                <a:sym typeface="Source Sans Pro"/>
              </a:rPr>
              <a:t>decision</a:t>
            </a:r>
            <a:r>
              <a:rPr lang="es" sz="1700">
                <a:solidFill>
                  <a:schemeClr val="dk1"/>
                </a:solidFill>
                <a:latin typeface="Source Sans Pro"/>
                <a:ea typeface="Source Sans Pro"/>
                <a:cs typeface="Source Sans Pro"/>
                <a:sym typeface="Source Sans Pro"/>
              </a:rPr>
              <a:t> for row and </a:t>
            </a:r>
            <a:r>
              <a:rPr lang="es" sz="1700">
                <a:solidFill>
                  <a:schemeClr val="dk1"/>
                </a:solidFill>
                <a:latin typeface="Source Sans Pro"/>
                <a:ea typeface="Source Sans Pro"/>
                <a:cs typeface="Source Sans Pro"/>
                <a:sym typeface="Source Sans Pro"/>
              </a:rPr>
              <a:t>column</a:t>
            </a:r>
            <a:r>
              <a:rPr lang="es" sz="1700">
                <a:solidFill>
                  <a:schemeClr val="dk1"/>
                </a:solidFill>
                <a:latin typeface="Source Sans Pro"/>
                <a:ea typeface="Source Sans Pro"/>
                <a:cs typeface="Source Sans Pro"/>
                <a:sym typeface="Source Sans Pro"/>
              </a:rPr>
              <a:t> leading to a multiple choice question. The player with the highest points win.</a:t>
            </a:r>
            <a:endParaRPr sz="1700">
              <a:solidFill>
                <a:schemeClr val="dk1"/>
              </a:solidFill>
              <a:latin typeface="Source Sans Pro"/>
              <a:ea typeface="Source Sans Pro"/>
              <a:cs typeface="Source Sans Pro"/>
              <a:sym typeface="Source Sans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30"/>
          <p:cNvPicPr preferRelativeResize="0"/>
          <p:nvPr/>
        </p:nvPicPr>
        <p:blipFill>
          <a:blip r:embed="rId3">
            <a:alphaModFix/>
          </a:blip>
          <a:stretch>
            <a:fillRect/>
          </a:stretch>
        </p:blipFill>
        <p:spPr>
          <a:xfrm>
            <a:off x="4947367" y="1017725"/>
            <a:ext cx="3808383" cy="2605901"/>
          </a:xfrm>
          <a:prstGeom prst="rect">
            <a:avLst/>
          </a:prstGeom>
          <a:noFill/>
          <a:ln>
            <a:noFill/>
          </a:ln>
        </p:spPr>
      </p:pic>
      <p:sp>
        <p:nvSpPr>
          <p:cNvPr id="385" name="Google Shape;385;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Code Details and GitHub usage:</a:t>
            </a:r>
            <a:endParaRPr/>
          </a:p>
        </p:txBody>
      </p:sp>
      <p:sp>
        <p:nvSpPr>
          <p:cNvPr id="386" name="Google Shape;386;p30"/>
          <p:cNvSpPr txBox="1"/>
          <p:nvPr>
            <p:ph idx="1" type="body"/>
          </p:nvPr>
        </p:nvSpPr>
        <p:spPr>
          <a:xfrm>
            <a:off x="2088988" y="1128000"/>
            <a:ext cx="2771100" cy="2887500"/>
          </a:xfrm>
          <a:prstGeom prst="rect">
            <a:avLst/>
          </a:prstGeom>
        </p:spPr>
        <p:txBody>
          <a:bodyPr anchorCtr="0" anchor="t" bIns="91425" lIns="91425" spcFirstLastPara="1" rIns="91425" wrap="square" tIns="91425">
            <a:noAutofit/>
          </a:bodyPr>
          <a:lstStyle/>
          <a:p>
            <a:pPr indent="-336550" lvl="0" marL="457200" rtl="0" algn="l">
              <a:spcBef>
                <a:spcPts val="1000"/>
              </a:spcBef>
              <a:spcAft>
                <a:spcPts val="0"/>
              </a:spcAft>
              <a:buSzPts val="1700"/>
              <a:buChar char="●"/>
            </a:pPr>
            <a:r>
              <a:rPr lang="es" sz="1700"/>
              <a:t>Mainly used GitHub to make file sharing easier.</a:t>
            </a:r>
            <a:endParaRPr sz="1700"/>
          </a:p>
          <a:p>
            <a:pPr indent="-336550" lvl="0" marL="457200" rtl="0" algn="l">
              <a:spcBef>
                <a:spcPts val="0"/>
              </a:spcBef>
              <a:spcAft>
                <a:spcPts val="0"/>
              </a:spcAft>
              <a:buSzPts val="1700"/>
              <a:buChar char="●"/>
            </a:pPr>
            <a:r>
              <a:rPr lang="es" sz="1700"/>
              <a:t>Allowed everyone to push, pull, create forks, and pull requests</a:t>
            </a:r>
            <a:endParaRPr sz="1700"/>
          </a:p>
          <a:p>
            <a:pPr indent="-336550" lvl="0" marL="457200" rtl="0" algn="l">
              <a:spcBef>
                <a:spcPts val="0"/>
              </a:spcBef>
              <a:spcAft>
                <a:spcPts val="0"/>
              </a:spcAft>
              <a:buSzPts val="1700"/>
              <a:buChar char="●"/>
            </a:pPr>
            <a:r>
              <a:rPr lang="es" sz="1700"/>
              <a:t>Made it easiest to get final implementation of code together.</a:t>
            </a:r>
            <a:endParaRPr sz="1700"/>
          </a:p>
        </p:txBody>
      </p:sp>
      <p:sp>
        <p:nvSpPr>
          <p:cNvPr id="387" name="Google Shape;387;p30"/>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88" name="Google Shape;388;p30"/>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89" name="Google Shape;389;p30"/>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90" name="Google Shape;390;p30"/>
          <p:cNvGrpSpPr/>
          <p:nvPr/>
        </p:nvGrpSpPr>
        <p:grpSpPr>
          <a:xfrm>
            <a:off x="606428" y="558962"/>
            <a:ext cx="573926" cy="93900"/>
            <a:chOff x="606428" y="558962"/>
            <a:chExt cx="573926" cy="93900"/>
          </a:xfrm>
        </p:grpSpPr>
        <p:sp>
          <p:nvSpPr>
            <p:cNvPr id="391" name="Google Shape;391;p30"/>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92" name="Google Shape;392;p30"/>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393" name="Google Shape;393;p30"/>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394" name="Google Shape;394;p30"/>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395" name="Google Shape;395;p30"/>
          <p:cNvGrpSpPr/>
          <p:nvPr/>
        </p:nvGrpSpPr>
        <p:grpSpPr>
          <a:xfrm>
            <a:off x="977107" y="4908465"/>
            <a:ext cx="1199270" cy="599635"/>
            <a:chOff x="5638801" y="2709863"/>
            <a:chExt cx="495300" cy="247650"/>
          </a:xfrm>
        </p:grpSpPr>
        <p:sp>
          <p:nvSpPr>
            <p:cNvPr id="396" name="Google Shape;396;p30"/>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397" name="Google Shape;397;p30"/>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398" name="Google Shape;398;p30"/>
          <p:cNvGrpSpPr/>
          <p:nvPr/>
        </p:nvGrpSpPr>
        <p:grpSpPr>
          <a:xfrm>
            <a:off x="7982097" y="3834200"/>
            <a:ext cx="773660" cy="963355"/>
            <a:chOff x="6696077" y="2921001"/>
            <a:chExt cx="330200" cy="411163"/>
          </a:xfrm>
        </p:grpSpPr>
        <p:sp>
          <p:nvSpPr>
            <p:cNvPr id="399" name="Google Shape;399;p30"/>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00" name="Google Shape;400;p30"/>
            <p:cNvGrpSpPr/>
            <p:nvPr/>
          </p:nvGrpSpPr>
          <p:grpSpPr>
            <a:xfrm>
              <a:off x="6699249" y="2924175"/>
              <a:ext cx="323854" cy="407989"/>
              <a:chOff x="6699249" y="2924175"/>
              <a:chExt cx="323854" cy="407989"/>
            </a:xfrm>
          </p:grpSpPr>
          <p:grpSp>
            <p:nvGrpSpPr>
              <p:cNvPr id="401" name="Google Shape;401;p30"/>
              <p:cNvGrpSpPr/>
              <p:nvPr/>
            </p:nvGrpSpPr>
            <p:grpSpPr>
              <a:xfrm>
                <a:off x="6699249" y="2924175"/>
                <a:ext cx="323854" cy="407989"/>
                <a:chOff x="6699249" y="2924175"/>
                <a:chExt cx="323854" cy="407989"/>
              </a:xfrm>
            </p:grpSpPr>
            <p:sp>
              <p:nvSpPr>
                <p:cNvPr id="402" name="Google Shape;402;p30"/>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03" name="Google Shape;403;p30"/>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04" name="Google Shape;404;p30"/>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405" name="Google Shape;405;p30"/>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06" name="Google Shape;406;p30"/>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407" name="Google Shape;407;p30"/>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pic>
        <p:nvPicPr>
          <p:cNvPr id="408" name="Google Shape;408;p30"/>
          <p:cNvPicPr preferRelativeResize="0"/>
          <p:nvPr/>
        </p:nvPicPr>
        <p:blipFill>
          <a:blip r:embed="rId4">
            <a:alphaModFix/>
          </a:blip>
          <a:stretch>
            <a:fillRect/>
          </a:stretch>
        </p:blipFill>
        <p:spPr>
          <a:xfrm>
            <a:off x="515800" y="1196213"/>
            <a:ext cx="1485900" cy="3533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31"/>
          <p:cNvPicPr preferRelativeResize="0"/>
          <p:nvPr/>
        </p:nvPicPr>
        <p:blipFill>
          <a:blip r:embed="rId3">
            <a:alphaModFix/>
          </a:blip>
          <a:stretch>
            <a:fillRect/>
          </a:stretch>
        </p:blipFill>
        <p:spPr>
          <a:xfrm>
            <a:off x="413450" y="2970424"/>
            <a:ext cx="2819900" cy="1791975"/>
          </a:xfrm>
          <a:prstGeom prst="rect">
            <a:avLst/>
          </a:prstGeom>
          <a:noFill/>
          <a:ln>
            <a:noFill/>
          </a:ln>
        </p:spPr>
      </p:pic>
      <p:sp>
        <p:nvSpPr>
          <p:cNvPr id="414" name="Google Shape;414;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Visuals:</a:t>
            </a:r>
            <a:endParaRPr/>
          </a:p>
        </p:txBody>
      </p:sp>
      <p:sp>
        <p:nvSpPr>
          <p:cNvPr id="415" name="Google Shape;415;p31"/>
          <p:cNvSpPr txBox="1"/>
          <p:nvPr>
            <p:ph idx="1" type="body"/>
          </p:nvPr>
        </p:nvSpPr>
        <p:spPr>
          <a:xfrm>
            <a:off x="977100" y="1166600"/>
            <a:ext cx="6832200" cy="29184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1000"/>
              </a:spcBef>
              <a:spcAft>
                <a:spcPts val="0"/>
              </a:spcAft>
              <a:buSzPts val="1700"/>
              <a:buChar char="●"/>
            </a:pPr>
            <a:r>
              <a:rPr lang="es" sz="1700"/>
              <a:t>Have a format </a:t>
            </a:r>
            <a:r>
              <a:rPr lang="es" sz="1700"/>
              <a:t>similar</a:t>
            </a:r>
            <a:r>
              <a:rPr lang="es" sz="1700"/>
              <a:t> to the Theater terminal/in-line interface </a:t>
            </a:r>
            <a:endParaRPr sz="1700"/>
          </a:p>
          <a:p>
            <a:pPr indent="-336550" lvl="1" marL="914400" rtl="0" algn="l">
              <a:lnSpc>
                <a:spcPct val="115000"/>
              </a:lnSpc>
              <a:spcBef>
                <a:spcPts val="0"/>
              </a:spcBef>
              <a:spcAft>
                <a:spcPts val="0"/>
              </a:spcAft>
              <a:buSzPts val="1700"/>
              <a:buChar char="○"/>
            </a:pPr>
            <a:r>
              <a:rPr lang="es" sz="1700"/>
              <a:t>Format with </a:t>
            </a:r>
            <a:r>
              <a:rPr lang="es" sz="1700"/>
              <a:t>vertical</a:t>
            </a:r>
            <a:r>
              <a:rPr lang="es" sz="1700"/>
              <a:t> and horizontal lines</a:t>
            </a:r>
            <a:endParaRPr sz="1700"/>
          </a:p>
          <a:p>
            <a:pPr indent="-336550" lvl="0" marL="457200" rtl="0" algn="l">
              <a:lnSpc>
                <a:spcPct val="115000"/>
              </a:lnSpc>
              <a:spcBef>
                <a:spcPts val="0"/>
              </a:spcBef>
              <a:spcAft>
                <a:spcPts val="0"/>
              </a:spcAft>
              <a:buSzPts val="1700"/>
              <a:buChar char="●"/>
            </a:pPr>
            <a:r>
              <a:rPr lang="es" sz="1700"/>
              <a:t>Have a five by five grid of points which makes it easy for the user to </a:t>
            </a:r>
            <a:r>
              <a:rPr lang="es" sz="1700"/>
              <a:t>select</a:t>
            </a:r>
            <a:r>
              <a:rPr lang="es" sz="1700"/>
              <a:t> a row and </a:t>
            </a:r>
            <a:r>
              <a:rPr lang="es" sz="1700"/>
              <a:t>column</a:t>
            </a:r>
            <a:endParaRPr sz="1700"/>
          </a:p>
          <a:p>
            <a:pPr indent="-336550" lvl="0" marL="457200" rtl="0" algn="l">
              <a:lnSpc>
                <a:spcPct val="115000"/>
              </a:lnSpc>
              <a:spcBef>
                <a:spcPts val="0"/>
              </a:spcBef>
              <a:spcAft>
                <a:spcPts val="0"/>
              </a:spcAft>
              <a:buSzPts val="1700"/>
              <a:buChar char="●"/>
            </a:pPr>
            <a:r>
              <a:rPr lang="es" sz="1700"/>
              <a:t>Have the interface look visually appealing</a:t>
            </a:r>
            <a:endParaRPr sz="1700"/>
          </a:p>
        </p:txBody>
      </p:sp>
      <p:sp>
        <p:nvSpPr>
          <p:cNvPr id="416" name="Google Shape;416;p31"/>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17" name="Google Shape;417;p31"/>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18" name="Google Shape;418;p31"/>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19" name="Google Shape;419;p31"/>
          <p:cNvGrpSpPr/>
          <p:nvPr/>
        </p:nvGrpSpPr>
        <p:grpSpPr>
          <a:xfrm>
            <a:off x="606428" y="558962"/>
            <a:ext cx="573926" cy="93900"/>
            <a:chOff x="606428" y="558962"/>
            <a:chExt cx="573926" cy="93900"/>
          </a:xfrm>
        </p:grpSpPr>
        <p:sp>
          <p:nvSpPr>
            <p:cNvPr id="420" name="Google Shape;420;p31"/>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21" name="Google Shape;421;p31"/>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22" name="Google Shape;422;p31"/>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423" name="Google Shape;423;p31"/>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24" name="Google Shape;424;p31"/>
          <p:cNvGrpSpPr/>
          <p:nvPr/>
        </p:nvGrpSpPr>
        <p:grpSpPr>
          <a:xfrm>
            <a:off x="977107" y="4908465"/>
            <a:ext cx="1199270" cy="599635"/>
            <a:chOff x="5638801" y="2709863"/>
            <a:chExt cx="495300" cy="247650"/>
          </a:xfrm>
        </p:grpSpPr>
        <p:sp>
          <p:nvSpPr>
            <p:cNvPr id="425" name="Google Shape;425;p31"/>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26" name="Google Shape;426;p31"/>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pic>
        <p:nvPicPr>
          <p:cNvPr id="427" name="Google Shape;427;p31"/>
          <p:cNvPicPr preferRelativeResize="0"/>
          <p:nvPr/>
        </p:nvPicPr>
        <p:blipFill>
          <a:blip r:embed="rId4">
            <a:alphaModFix/>
          </a:blip>
          <a:stretch>
            <a:fillRect/>
          </a:stretch>
        </p:blipFill>
        <p:spPr>
          <a:xfrm>
            <a:off x="5645900" y="2378775"/>
            <a:ext cx="2980975" cy="2307849"/>
          </a:xfrm>
          <a:prstGeom prst="rect">
            <a:avLst/>
          </a:prstGeom>
          <a:noFill/>
          <a:ln>
            <a:noFill/>
          </a:ln>
        </p:spPr>
      </p:pic>
      <p:sp>
        <p:nvSpPr>
          <p:cNvPr id="428" name="Google Shape;428;p31"/>
          <p:cNvSpPr/>
          <p:nvPr/>
        </p:nvSpPr>
        <p:spPr>
          <a:xfrm>
            <a:off x="8476201" y="2378763"/>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Editor:</a:t>
            </a:r>
            <a:endParaRPr/>
          </a:p>
        </p:txBody>
      </p:sp>
      <p:sp>
        <p:nvSpPr>
          <p:cNvPr id="434" name="Google Shape;434;p32"/>
          <p:cNvSpPr txBox="1"/>
          <p:nvPr>
            <p:ph idx="1" type="body"/>
          </p:nvPr>
        </p:nvSpPr>
        <p:spPr>
          <a:xfrm>
            <a:off x="977100" y="1166600"/>
            <a:ext cx="6832200" cy="2385000"/>
          </a:xfrm>
          <a:prstGeom prst="rect">
            <a:avLst/>
          </a:prstGeom>
        </p:spPr>
        <p:txBody>
          <a:bodyPr anchorCtr="0" anchor="t" bIns="91425" lIns="91425" spcFirstLastPara="1" rIns="91425" wrap="square" tIns="91425">
            <a:noAutofit/>
          </a:bodyPr>
          <a:lstStyle/>
          <a:p>
            <a:pPr indent="-317500" lvl="0" marL="457200" rtl="0" algn="l">
              <a:spcBef>
                <a:spcPts val="1000"/>
              </a:spcBef>
              <a:spcAft>
                <a:spcPts val="0"/>
              </a:spcAft>
              <a:buSzPts val="1400"/>
              <a:buChar char="●"/>
            </a:pPr>
            <a:r>
              <a:rPr lang="es"/>
              <a:t>Allows one to add new txt files and edit existing files.</a:t>
            </a:r>
            <a:endParaRPr/>
          </a:p>
          <a:p>
            <a:pPr indent="-317500" lvl="1" marL="914400" rtl="0" algn="l">
              <a:spcBef>
                <a:spcPts val="0"/>
              </a:spcBef>
              <a:spcAft>
                <a:spcPts val="0"/>
              </a:spcAft>
              <a:buSzPts val="1400"/>
              <a:buChar char="○"/>
            </a:pPr>
            <a:r>
              <a:rPr lang="es"/>
              <a:t>Create new subjects.txt files.</a:t>
            </a:r>
            <a:endParaRPr/>
          </a:p>
          <a:p>
            <a:pPr indent="-317500" lvl="1" marL="914400" rtl="0" algn="l">
              <a:spcBef>
                <a:spcPts val="0"/>
              </a:spcBef>
              <a:spcAft>
                <a:spcPts val="0"/>
              </a:spcAft>
              <a:buSzPts val="1400"/>
              <a:buChar char="○"/>
            </a:pPr>
            <a:r>
              <a:rPr lang="es"/>
              <a:t>Add new questions for your own custimization.</a:t>
            </a:r>
            <a:endParaRPr/>
          </a:p>
          <a:p>
            <a:pPr indent="-317500" lvl="0" marL="457200" rtl="0" algn="l">
              <a:spcBef>
                <a:spcPts val="0"/>
              </a:spcBef>
              <a:spcAft>
                <a:spcPts val="0"/>
              </a:spcAft>
              <a:buSzPts val="1400"/>
              <a:buChar char="●"/>
            </a:pPr>
            <a:r>
              <a:rPr lang="es"/>
              <a:t>Searches through existing subjects</a:t>
            </a:r>
            <a:endParaRPr/>
          </a:p>
          <a:p>
            <a:pPr indent="-317500" lvl="1" marL="914400" rtl="0" algn="l">
              <a:spcBef>
                <a:spcPts val="0"/>
              </a:spcBef>
              <a:spcAft>
                <a:spcPts val="0"/>
              </a:spcAft>
              <a:buSzPts val="1400"/>
              <a:buChar char="○"/>
            </a:pPr>
            <a:r>
              <a:rPr lang="es"/>
              <a:t>shows all questions in selected file</a:t>
            </a:r>
            <a:endParaRPr/>
          </a:p>
          <a:p>
            <a:pPr indent="-317500" lvl="0" marL="457200" rtl="0" algn="l">
              <a:spcBef>
                <a:spcPts val="0"/>
              </a:spcBef>
              <a:spcAft>
                <a:spcPts val="0"/>
              </a:spcAft>
              <a:buSzPts val="1400"/>
              <a:buChar char="●"/>
            </a:pPr>
            <a:r>
              <a:rPr lang="es"/>
              <a:t>Time efficient(maybe)</a:t>
            </a:r>
            <a:endParaRPr/>
          </a:p>
          <a:p>
            <a:pPr indent="0" lvl="0" marL="0" rtl="0" algn="l">
              <a:spcBef>
                <a:spcPts val="1000"/>
              </a:spcBef>
              <a:spcAft>
                <a:spcPts val="0"/>
              </a:spcAft>
              <a:buNone/>
            </a:pPr>
            <a:r>
              <a:t/>
            </a:r>
            <a:endParaRPr/>
          </a:p>
          <a:p>
            <a:pPr indent="0" lvl="0" marL="457200" rtl="0" algn="l">
              <a:spcBef>
                <a:spcPts val="1000"/>
              </a:spcBef>
              <a:spcAft>
                <a:spcPts val="0"/>
              </a:spcAft>
              <a:buNone/>
            </a:pPr>
            <a:r>
              <a:t/>
            </a:r>
            <a:endParaRPr/>
          </a:p>
        </p:txBody>
      </p:sp>
      <p:sp>
        <p:nvSpPr>
          <p:cNvPr id="435" name="Google Shape;435;p32"/>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36" name="Google Shape;436;p32"/>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37" name="Google Shape;437;p32"/>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38" name="Google Shape;438;p32"/>
          <p:cNvGrpSpPr/>
          <p:nvPr/>
        </p:nvGrpSpPr>
        <p:grpSpPr>
          <a:xfrm>
            <a:off x="606428" y="558962"/>
            <a:ext cx="573926" cy="93900"/>
            <a:chOff x="606428" y="558962"/>
            <a:chExt cx="573926" cy="93900"/>
          </a:xfrm>
        </p:grpSpPr>
        <p:sp>
          <p:nvSpPr>
            <p:cNvPr id="439" name="Google Shape;439;p32"/>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40" name="Google Shape;440;p32"/>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41" name="Google Shape;441;p32"/>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442" name="Google Shape;442;p32"/>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43" name="Google Shape;443;p32"/>
          <p:cNvGrpSpPr/>
          <p:nvPr/>
        </p:nvGrpSpPr>
        <p:grpSpPr>
          <a:xfrm>
            <a:off x="977107" y="4908465"/>
            <a:ext cx="1199270" cy="599635"/>
            <a:chOff x="5638801" y="2709863"/>
            <a:chExt cx="495300" cy="247650"/>
          </a:xfrm>
        </p:grpSpPr>
        <p:sp>
          <p:nvSpPr>
            <p:cNvPr id="444" name="Google Shape;444;p32"/>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45" name="Google Shape;445;p32"/>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446" name="Google Shape;446;p32"/>
          <p:cNvGrpSpPr/>
          <p:nvPr/>
        </p:nvGrpSpPr>
        <p:grpSpPr>
          <a:xfrm>
            <a:off x="7982097" y="1952287"/>
            <a:ext cx="773660" cy="963355"/>
            <a:chOff x="6696077" y="2921001"/>
            <a:chExt cx="330200" cy="411163"/>
          </a:xfrm>
        </p:grpSpPr>
        <p:sp>
          <p:nvSpPr>
            <p:cNvPr id="447" name="Google Shape;447;p32"/>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48" name="Google Shape;448;p32"/>
            <p:cNvGrpSpPr/>
            <p:nvPr/>
          </p:nvGrpSpPr>
          <p:grpSpPr>
            <a:xfrm>
              <a:off x="6699249" y="2924175"/>
              <a:ext cx="323854" cy="407989"/>
              <a:chOff x="6699249" y="2924175"/>
              <a:chExt cx="323854" cy="407989"/>
            </a:xfrm>
          </p:grpSpPr>
          <p:grpSp>
            <p:nvGrpSpPr>
              <p:cNvPr id="449" name="Google Shape;449;p32"/>
              <p:cNvGrpSpPr/>
              <p:nvPr/>
            </p:nvGrpSpPr>
            <p:grpSpPr>
              <a:xfrm>
                <a:off x="6699249" y="2924175"/>
                <a:ext cx="323854" cy="407989"/>
                <a:chOff x="6699249" y="2924175"/>
                <a:chExt cx="323854" cy="407989"/>
              </a:xfrm>
            </p:grpSpPr>
            <p:sp>
              <p:nvSpPr>
                <p:cNvPr id="450" name="Google Shape;450;p32"/>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51" name="Google Shape;451;p32"/>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52" name="Google Shape;452;p32"/>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453" name="Google Shape;453;p32"/>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54" name="Google Shape;454;p32"/>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455" name="Google Shape;455;p32"/>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Question and Game </a:t>
            </a:r>
            <a:r>
              <a:rPr lang="es"/>
              <a:t>Editor:</a:t>
            </a:r>
            <a:endParaRPr/>
          </a:p>
        </p:txBody>
      </p:sp>
      <p:sp>
        <p:nvSpPr>
          <p:cNvPr id="461" name="Google Shape;461;p33"/>
          <p:cNvSpPr txBox="1"/>
          <p:nvPr>
            <p:ph idx="1" type="body"/>
          </p:nvPr>
        </p:nvSpPr>
        <p:spPr>
          <a:xfrm>
            <a:off x="522825" y="1017725"/>
            <a:ext cx="4446600" cy="1160700"/>
          </a:xfrm>
          <a:prstGeom prst="rect">
            <a:avLst/>
          </a:prstGeom>
        </p:spPr>
        <p:txBody>
          <a:bodyPr anchorCtr="0" anchor="t" bIns="91425" lIns="91425" spcFirstLastPara="1" rIns="91425" wrap="square" tIns="91425">
            <a:noAutofit/>
          </a:bodyPr>
          <a:lstStyle/>
          <a:p>
            <a:pPr indent="-336550" lvl="0" marL="457200" rtl="0" algn="l">
              <a:spcBef>
                <a:spcPts val="1000"/>
              </a:spcBef>
              <a:spcAft>
                <a:spcPts val="0"/>
              </a:spcAft>
              <a:buSzPts val="1700"/>
              <a:buChar char="●"/>
            </a:pPr>
            <a:r>
              <a:rPr lang="es" sz="1700"/>
              <a:t>Prompts host a choice:</a:t>
            </a:r>
            <a:endParaRPr sz="1700"/>
          </a:p>
          <a:p>
            <a:pPr indent="-336550" lvl="1" marL="914400" rtl="0" algn="l">
              <a:spcBef>
                <a:spcPts val="0"/>
              </a:spcBef>
              <a:spcAft>
                <a:spcPts val="0"/>
              </a:spcAft>
              <a:buSzPts val="1700"/>
              <a:buChar char="○"/>
            </a:pPr>
            <a:r>
              <a:rPr lang="es" sz="1700"/>
              <a:t>Create own questions.</a:t>
            </a:r>
            <a:endParaRPr sz="1700"/>
          </a:p>
          <a:p>
            <a:pPr indent="-336550" lvl="1" marL="914400" rtl="0" algn="l">
              <a:spcBef>
                <a:spcPts val="0"/>
              </a:spcBef>
              <a:spcAft>
                <a:spcPts val="0"/>
              </a:spcAft>
              <a:buSzPts val="1700"/>
              <a:buChar char="○"/>
            </a:pPr>
            <a:r>
              <a:rPr lang="es" sz="1700"/>
              <a:t>Use predefined questions.</a:t>
            </a:r>
            <a:endParaRPr sz="1700"/>
          </a:p>
          <a:p>
            <a:pPr indent="-336550" lvl="0" marL="457200" rtl="0" algn="l">
              <a:spcBef>
                <a:spcPts val="0"/>
              </a:spcBef>
              <a:spcAft>
                <a:spcPts val="0"/>
              </a:spcAft>
              <a:buSzPts val="1700"/>
              <a:buChar char="●"/>
            </a:pPr>
            <a:r>
              <a:rPr lang="es" sz="1700"/>
              <a:t>Host can change points:</a:t>
            </a:r>
            <a:endParaRPr sz="1700"/>
          </a:p>
          <a:p>
            <a:pPr indent="-336550" lvl="0" marL="457200" rtl="0" algn="l">
              <a:spcBef>
                <a:spcPts val="0"/>
              </a:spcBef>
              <a:spcAft>
                <a:spcPts val="0"/>
              </a:spcAft>
              <a:buSzPts val="1700"/>
              <a:buChar char="●"/>
            </a:pPr>
            <a:r>
              <a:rPr lang="es" sz="1700"/>
              <a:t>Host can restart game:</a:t>
            </a:r>
            <a:endParaRPr sz="1700"/>
          </a:p>
          <a:p>
            <a:pPr indent="-336550" lvl="0" marL="457200" rtl="0" algn="l">
              <a:spcBef>
                <a:spcPts val="0"/>
              </a:spcBef>
              <a:spcAft>
                <a:spcPts val="0"/>
              </a:spcAft>
              <a:buSzPts val="1700"/>
              <a:buChar char="●"/>
            </a:pPr>
            <a:r>
              <a:rPr lang="es" sz="1700"/>
              <a:t>The host can also use preloaded questions.</a:t>
            </a:r>
            <a:endParaRPr sz="1700"/>
          </a:p>
          <a:p>
            <a:pPr indent="0" lvl="0" marL="457200" rtl="0" algn="l">
              <a:spcBef>
                <a:spcPts val="1000"/>
              </a:spcBef>
              <a:spcAft>
                <a:spcPts val="0"/>
              </a:spcAft>
              <a:buNone/>
            </a:pPr>
            <a:r>
              <a:t/>
            </a:r>
            <a:endParaRPr sz="1700"/>
          </a:p>
        </p:txBody>
      </p:sp>
      <p:sp>
        <p:nvSpPr>
          <p:cNvPr id="462" name="Google Shape;462;p33"/>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63" name="Google Shape;463;p33"/>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64" name="Google Shape;464;p33"/>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65" name="Google Shape;465;p33"/>
          <p:cNvGrpSpPr/>
          <p:nvPr/>
        </p:nvGrpSpPr>
        <p:grpSpPr>
          <a:xfrm>
            <a:off x="606428" y="558962"/>
            <a:ext cx="573926" cy="93900"/>
            <a:chOff x="606428" y="558962"/>
            <a:chExt cx="573926" cy="93900"/>
          </a:xfrm>
        </p:grpSpPr>
        <p:sp>
          <p:nvSpPr>
            <p:cNvPr id="466" name="Google Shape;466;p33"/>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67" name="Google Shape;467;p33"/>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68" name="Google Shape;468;p33"/>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469" name="Google Shape;469;p33"/>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70" name="Google Shape;470;p33"/>
          <p:cNvGrpSpPr/>
          <p:nvPr/>
        </p:nvGrpSpPr>
        <p:grpSpPr>
          <a:xfrm>
            <a:off x="977107" y="4908465"/>
            <a:ext cx="1199270" cy="599635"/>
            <a:chOff x="5638801" y="2709863"/>
            <a:chExt cx="495300" cy="247650"/>
          </a:xfrm>
        </p:grpSpPr>
        <p:sp>
          <p:nvSpPr>
            <p:cNvPr id="471" name="Google Shape;471;p33"/>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72" name="Google Shape;472;p33"/>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473" name="Google Shape;473;p33"/>
          <p:cNvGrpSpPr/>
          <p:nvPr/>
        </p:nvGrpSpPr>
        <p:grpSpPr>
          <a:xfrm>
            <a:off x="7982097" y="1952287"/>
            <a:ext cx="773660" cy="963355"/>
            <a:chOff x="6696077" y="2921001"/>
            <a:chExt cx="330200" cy="411163"/>
          </a:xfrm>
        </p:grpSpPr>
        <p:sp>
          <p:nvSpPr>
            <p:cNvPr id="474" name="Google Shape;474;p33"/>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75" name="Google Shape;475;p33"/>
            <p:cNvGrpSpPr/>
            <p:nvPr/>
          </p:nvGrpSpPr>
          <p:grpSpPr>
            <a:xfrm>
              <a:off x="6699249" y="2924175"/>
              <a:ext cx="323854" cy="407989"/>
              <a:chOff x="6699249" y="2924175"/>
              <a:chExt cx="323854" cy="407989"/>
            </a:xfrm>
          </p:grpSpPr>
          <p:grpSp>
            <p:nvGrpSpPr>
              <p:cNvPr id="476" name="Google Shape;476;p33"/>
              <p:cNvGrpSpPr/>
              <p:nvPr/>
            </p:nvGrpSpPr>
            <p:grpSpPr>
              <a:xfrm>
                <a:off x="6699249" y="2924175"/>
                <a:ext cx="323854" cy="407989"/>
                <a:chOff x="6699249" y="2924175"/>
                <a:chExt cx="323854" cy="407989"/>
              </a:xfrm>
            </p:grpSpPr>
            <p:sp>
              <p:nvSpPr>
                <p:cNvPr id="477" name="Google Shape;477;p33"/>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78" name="Google Shape;478;p33"/>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79" name="Google Shape;479;p33"/>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480" name="Google Shape;480;p33"/>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81" name="Google Shape;481;p33"/>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482" name="Google Shape;482;p33"/>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pic>
        <p:nvPicPr>
          <p:cNvPr id="483" name="Google Shape;483;p33"/>
          <p:cNvPicPr preferRelativeResize="0"/>
          <p:nvPr/>
        </p:nvPicPr>
        <p:blipFill>
          <a:blip r:embed="rId3">
            <a:alphaModFix/>
          </a:blip>
          <a:stretch>
            <a:fillRect/>
          </a:stretch>
        </p:blipFill>
        <p:spPr>
          <a:xfrm>
            <a:off x="4501501" y="943300"/>
            <a:ext cx="4254251" cy="36875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Game Behavior:</a:t>
            </a:r>
            <a:endParaRPr/>
          </a:p>
        </p:txBody>
      </p:sp>
      <p:sp>
        <p:nvSpPr>
          <p:cNvPr id="489" name="Google Shape;489;p34"/>
          <p:cNvSpPr txBox="1"/>
          <p:nvPr>
            <p:ph idx="1" type="body"/>
          </p:nvPr>
        </p:nvSpPr>
        <p:spPr>
          <a:xfrm>
            <a:off x="935900" y="1166600"/>
            <a:ext cx="6873600" cy="1160700"/>
          </a:xfrm>
          <a:prstGeom prst="rect">
            <a:avLst/>
          </a:prstGeom>
        </p:spPr>
        <p:txBody>
          <a:bodyPr anchorCtr="0" anchor="t" bIns="91425" lIns="91425" spcFirstLastPara="1" rIns="91425" wrap="square" tIns="91425">
            <a:noAutofit/>
          </a:bodyPr>
          <a:lstStyle/>
          <a:p>
            <a:pPr indent="-317500" lvl="0" marL="457200" rtl="0" algn="l">
              <a:spcBef>
                <a:spcPts val="1000"/>
              </a:spcBef>
              <a:spcAft>
                <a:spcPts val="0"/>
              </a:spcAft>
              <a:buSzPts val="1400"/>
              <a:buChar char="●"/>
            </a:pPr>
            <a:r>
              <a:rPr lang="es"/>
              <a:t>The code uses while loops for input validation.</a:t>
            </a:r>
            <a:endParaRPr/>
          </a:p>
          <a:p>
            <a:pPr indent="-317500" lvl="1" marL="914400" rtl="0" algn="l">
              <a:spcBef>
                <a:spcPts val="0"/>
              </a:spcBef>
              <a:spcAft>
                <a:spcPts val="0"/>
              </a:spcAft>
              <a:buSzPts val="1400"/>
              <a:buChar char="○"/>
            </a:pPr>
            <a:r>
              <a:rPr lang="es"/>
              <a:t>Prompts user with limited options and a validation loop.</a:t>
            </a:r>
            <a:endParaRPr/>
          </a:p>
          <a:p>
            <a:pPr indent="-317500" lvl="1" marL="914400" rtl="0" algn="l">
              <a:spcBef>
                <a:spcPts val="0"/>
              </a:spcBef>
              <a:spcAft>
                <a:spcPts val="0"/>
              </a:spcAft>
              <a:buSzPts val="1400"/>
              <a:buChar char="○"/>
            </a:pPr>
            <a:r>
              <a:rPr lang="es"/>
              <a:t>Uses switch cases to important functions.</a:t>
            </a:r>
            <a:endParaRPr/>
          </a:p>
          <a:p>
            <a:pPr indent="-317500" lvl="1" marL="914400" rtl="0" algn="l">
              <a:spcBef>
                <a:spcPts val="0"/>
              </a:spcBef>
              <a:spcAft>
                <a:spcPts val="0"/>
              </a:spcAft>
              <a:buSzPts val="1400"/>
              <a:buChar char="○"/>
            </a:pPr>
            <a:r>
              <a:rPr lang="es"/>
              <a:t>Prevents illegal choices.</a:t>
            </a:r>
            <a:endParaRPr/>
          </a:p>
          <a:p>
            <a:pPr indent="-317500" lvl="0" marL="457200" rtl="0" algn="l">
              <a:spcBef>
                <a:spcPts val="0"/>
              </a:spcBef>
              <a:spcAft>
                <a:spcPts val="0"/>
              </a:spcAft>
              <a:buSzPts val="1400"/>
              <a:buChar char="●"/>
            </a:pPr>
            <a:r>
              <a:rPr lang="es"/>
              <a:t>Game rewards player’s for getting the correct answer.</a:t>
            </a:r>
            <a:endParaRPr/>
          </a:p>
          <a:p>
            <a:pPr indent="-317500" lvl="1" marL="914400" rtl="0" algn="l">
              <a:spcBef>
                <a:spcPts val="0"/>
              </a:spcBef>
              <a:spcAft>
                <a:spcPts val="0"/>
              </a:spcAft>
              <a:buSzPts val="1400"/>
              <a:buChar char="○"/>
            </a:pPr>
            <a:r>
              <a:rPr lang="es"/>
              <a:t>Controls answers into multiple choice.</a:t>
            </a:r>
            <a:endParaRPr/>
          </a:p>
          <a:p>
            <a:pPr indent="-317500" lvl="0" marL="457200" rtl="0" algn="l">
              <a:spcBef>
                <a:spcPts val="0"/>
              </a:spcBef>
              <a:spcAft>
                <a:spcPts val="0"/>
              </a:spcAft>
              <a:buSzPts val="1400"/>
              <a:buChar char="●"/>
            </a:pPr>
            <a:r>
              <a:rPr lang="es"/>
              <a:t>Keeps track of:</a:t>
            </a:r>
            <a:endParaRPr/>
          </a:p>
          <a:p>
            <a:pPr indent="-317500" lvl="1" marL="914400" rtl="0" algn="l">
              <a:spcBef>
                <a:spcPts val="0"/>
              </a:spcBef>
              <a:spcAft>
                <a:spcPts val="0"/>
              </a:spcAft>
              <a:buSzPts val="1400"/>
              <a:buChar char="○"/>
            </a:pPr>
            <a:r>
              <a:rPr lang="es"/>
              <a:t>Turn order with no repeating turns.</a:t>
            </a:r>
            <a:endParaRPr/>
          </a:p>
          <a:p>
            <a:pPr indent="-317500" lvl="1" marL="914400" rtl="0" algn="l">
              <a:spcBef>
                <a:spcPts val="0"/>
              </a:spcBef>
              <a:spcAft>
                <a:spcPts val="0"/>
              </a:spcAft>
              <a:buSzPts val="1400"/>
              <a:buChar char="○"/>
            </a:pPr>
            <a:r>
              <a:rPr lang="es"/>
              <a:t>Point values with </a:t>
            </a:r>
            <a:r>
              <a:rPr lang="es"/>
              <a:t>correct</a:t>
            </a:r>
            <a:r>
              <a:rPr lang="es"/>
              <a:t> answers gaining points and incorrect losing points.</a:t>
            </a:r>
            <a:endParaRPr/>
          </a:p>
          <a:p>
            <a:pPr indent="-317500" lvl="1" marL="914400" rtl="0" algn="l">
              <a:spcBef>
                <a:spcPts val="0"/>
              </a:spcBef>
              <a:spcAft>
                <a:spcPts val="0"/>
              </a:spcAft>
              <a:buSzPts val="1400"/>
              <a:buChar char="○"/>
            </a:pPr>
            <a:r>
              <a:rPr lang="es"/>
              <a:t>Team names</a:t>
            </a:r>
            <a:endParaRPr/>
          </a:p>
          <a:p>
            <a:pPr indent="-317500" lvl="1" marL="914400" rtl="0" algn="l">
              <a:spcBef>
                <a:spcPts val="0"/>
              </a:spcBef>
              <a:spcAft>
                <a:spcPts val="0"/>
              </a:spcAft>
              <a:buSzPts val="1400"/>
              <a:buChar char="○"/>
            </a:pPr>
            <a:r>
              <a:rPr lang="es"/>
              <a:t>Updates the board for </a:t>
            </a:r>
            <a:r>
              <a:rPr lang="es"/>
              <a:t>guessed</a:t>
            </a:r>
            <a:r>
              <a:rPr lang="es"/>
              <a:t> questions.</a:t>
            </a:r>
            <a:endParaRPr/>
          </a:p>
        </p:txBody>
      </p:sp>
      <p:sp>
        <p:nvSpPr>
          <p:cNvPr id="490" name="Google Shape;490;p34"/>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91" name="Google Shape;491;p34"/>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492" name="Google Shape;492;p34"/>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93" name="Google Shape;493;p34"/>
          <p:cNvGrpSpPr/>
          <p:nvPr/>
        </p:nvGrpSpPr>
        <p:grpSpPr>
          <a:xfrm>
            <a:off x="606428" y="558962"/>
            <a:ext cx="573926" cy="93900"/>
            <a:chOff x="606428" y="558962"/>
            <a:chExt cx="573926" cy="93900"/>
          </a:xfrm>
        </p:grpSpPr>
        <p:sp>
          <p:nvSpPr>
            <p:cNvPr id="494" name="Google Shape;494;p34"/>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95" name="Google Shape;495;p34"/>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496" name="Google Shape;496;p34"/>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497" name="Google Shape;497;p34"/>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498" name="Google Shape;498;p34"/>
          <p:cNvGrpSpPr/>
          <p:nvPr/>
        </p:nvGrpSpPr>
        <p:grpSpPr>
          <a:xfrm>
            <a:off x="977107" y="4908465"/>
            <a:ext cx="1199270" cy="599635"/>
            <a:chOff x="5638801" y="2709863"/>
            <a:chExt cx="495300" cy="247650"/>
          </a:xfrm>
        </p:grpSpPr>
        <p:sp>
          <p:nvSpPr>
            <p:cNvPr id="499" name="Google Shape;499;p34"/>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00" name="Google Shape;500;p34"/>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501" name="Google Shape;501;p34"/>
          <p:cNvGrpSpPr/>
          <p:nvPr/>
        </p:nvGrpSpPr>
        <p:grpSpPr>
          <a:xfrm>
            <a:off x="7982097" y="1952287"/>
            <a:ext cx="773660" cy="963355"/>
            <a:chOff x="6696077" y="2921001"/>
            <a:chExt cx="330200" cy="411163"/>
          </a:xfrm>
        </p:grpSpPr>
        <p:sp>
          <p:nvSpPr>
            <p:cNvPr id="502" name="Google Shape;502;p34"/>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03" name="Google Shape;503;p34"/>
            <p:cNvGrpSpPr/>
            <p:nvPr/>
          </p:nvGrpSpPr>
          <p:grpSpPr>
            <a:xfrm>
              <a:off x="6699249" y="2924175"/>
              <a:ext cx="323854" cy="407989"/>
              <a:chOff x="6699249" y="2924175"/>
              <a:chExt cx="323854" cy="407989"/>
            </a:xfrm>
          </p:grpSpPr>
          <p:grpSp>
            <p:nvGrpSpPr>
              <p:cNvPr id="504" name="Google Shape;504;p34"/>
              <p:cNvGrpSpPr/>
              <p:nvPr/>
            </p:nvGrpSpPr>
            <p:grpSpPr>
              <a:xfrm>
                <a:off x="6699249" y="2924175"/>
                <a:ext cx="323854" cy="407989"/>
                <a:chOff x="6699249" y="2924175"/>
                <a:chExt cx="323854" cy="407989"/>
              </a:xfrm>
            </p:grpSpPr>
            <p:sp>
              <p:nvSpPr>
                <p:cNvPr id="505" name="Google Shape;505;p34"/>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06" name="Google Shape;506;p34"/>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07" name="Google Shape;507;p34"/>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08" name="Google Shape;508;p34"/>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09" name="Google Shape;509;p34"/>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510" name="Google Shape;510;p34"/>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5"/>
          <p:cNvSpPr txBox="1"/>
          <p:nvPr>
            <p:ph type="title"/>
          </p:nvPr>
        </p:nvSpPr>
        <p:spPr>
          <a:xfrm>
            <a:off x="720000" y="37908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File Handling:</a:t>
            </a:r>
            <a:endParaRPr/>
          </a:p>
        </p:txBody>
      </p:sp>
      <p:sp>
        <p:nvSpPr>
          <p:cNvPr id="516" name="Google Shape;516;p35"/>
          <p:cNvSpPr txBox="1"/>
          <p:nvPr>
            <p:ph idx="1" type="body"/>
          </p:nvPr>
        </p:nvSpPr>
        <p:spPr>
          <a:xfrm>
            <a:off x="977100" y="898129"/>
            <a:ext cx="6832200" cy="4770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b="1" lang="es" sz="1700" u="sng"/>
              <a:t>Version 1: </a:t>
            </a:r>
            <a:endParaRPr b="1" sz="1700" u="sng"/>
          </a:p>
        </p:txBody>
      </p:sp>
      <p:sp>
        <p:nvSpPr>
          <p:cNvPr id="517" name="Google Shape;517;p35"/>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18" name="Google Shape;518;p35"/>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19" name="Google Shape;519;p35"/>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20" name="Google Shape;520;p35"/>
          <p:cNvGrpSpPr/>
          <p:nvPr/>
        </p:nvGrpSpPr>
        <p:grpSpPr>
          <a:xfrm>
            <a:off x="606428" y="558962"/>
            <a:ext cx="573926" cy="93900"/>
            <a:chOff x="606428" y="558962"/>
            <a:chExt cx="573926" cy="93900"/>
          </a:xfrm>
        </p:grpSpPr>
        <p:sp>
          <p:nvSpPr>
            <p:cNvPr id="521" name="Google Shape;521;p35"/>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22" name="Google Shape;522;p35"/>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23" name="Google Shape;523;p35"/>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524" name="Google Shape;524;p35"/>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25" name="Google Shape;525;p35"/>
          <p:cNvGrpSpPr/>
          <p:nvPr/>
        </p:nvGrpSpPr>
        <p:grpSpPr>
          <a:xfrm>
            <a:off x="977107" y="4908465"/>
            <a:ext cx="1199270" cy="599635"/>
            <a:chOff x="5638801" y="2709863"/>
            <a:chExt cx="495300" cy="247650"/>
          </a:xfrm>
        </p:grpSpPr>
        <p:sp>
          <p:nvSpPr>
            <p:cNvPr id="526" name="Google Shape;526;p35"/>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27" name="Google Shape;527;p35"/>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28" name="Google Shape;528;p35"/>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29" name="Google Shape;529;p35"/>
          <p:cNvSpPr txBox="1"/>
          <p:nvPr/>
        </p:nvSpPr>
        <p:spPr>
          <a:xfrm>
            <a:off x="977100" y="2004067"/>
            <a:ext cx="4209900" cy="16917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add the ability to read in files</a:t>
            </a:r>
            <a:endParaRPr sz="1700">
              <a:solidFill>
                <a:schemeClr val="dk1"/>
              </a:solidFill>
              <a:latin typeface="Source Sans Pro"/>
              <a:ea typeface="Source Sans Pro"/>
              <a:cs typeface="Source Sans Pro"/>
              <a:sym typeface="Source Sans Pro"/>
            </a:endParaRPr>
          </a:p>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detect the questions indicated value</a:t>
            </a:r>
            <a:endParaRPr sz="1700">
              <a:solidFill>
                <a:schemeClr val="dk1"/>
              </a:solidFill>
              <a:latin typeface="Source Sans Pro"/>
              <a:ea typeface="Source Sans Pro"/>
              <a:cs typeface="Source Sans Pro"/>
              <a:sym typeface="Source Sans Pro"/>
            </a:endParaRPr>
          </a:p>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output to info to identify it’s intended behavior</a:t>
            </a:r>
            <a:endParaRPr sz="1700">
              <a:solidFill>
                <a:schemeClr val="dk1"/>
              </a:solidFill>
              <a:latin typeface="Source Sans Pro"/>
              <a:ea typeface="Source Sans Pro"/>
              <a:cs typeface="Source Sans Pro"/>
              <a:sym typeface="Source Sans Pro"/>
            </a:endParaRPr>
          </a:p>
        </p:txBody>
      </p:sp>
      <p:pic>
        <p:nvPicPr>
          <p:cNvPr id="530" name="Google Shape;530;p35"/>
          <p:cNvPicPr preferRelativeResize="0"/>
          <p:nvPr/>
        </p:nvPicPr>
        <p:blipFill>
          <a:blip r:embed="rId3">
            <a:alphaModFix/>
          </a:blip>
          <a:stretch>
            <a:fillRect/>
          </a:stretch>
        </p:blipFill>
        <p:spPr>
          <a:xfrm>
            <a:off x="5020635" y="955851"/>
            <a:ext cx="3633625" cy="3853450"/>
          </a:xfrm>
          <a:prstGeom prst="rect">
            <a:avLst/>
          </a:prstGeom>
          <a:noFill/>
          <a:ln>
            <a:noFill/>
          </a:ln>
        </p:spPr>
      </p:pic>
      <p:grpSp>
        <p:nvGrpSpPr>
          <p:cNvPr id="531" name="Google Shape;531;p35"/>
          <p:cNvGrpSpPr/>
          <p:nvPr/>
        </p:nvGrpSpPr>
        <p:grpSpPr>
          <a:xfrm>
            <a:off x="8272243" y="1876087"/>
            <a:ext cx="773660" cy="963355"/>
            <a:chOff x="6696077" y="2921001"/>
            <a:chExt cx="330200" cy="411163"/>
          </a:xfrm>
        </p:grpSpPr>
        <p:sp>
          <p:nvSpPr>
            <p:cNvPr id="532" name="Google Shape;532;p35"/>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33" name="Google Shape;533;p35"/>
            <p:cNvGrpSpPr/>
            <p:nvPr/>
          </p:nvGrpSpPr>
          <p:grpSpPr>
            <a:xfrm>
              <a:off x="6699249" y="2924175"/>
              <a:ext cx="323854" cy="407989"/>
              <a:chOff x="6699249" y="2924175"/>
              <a:chExt cx="323854" cy="407989"/>
            </a:xfrm>
          </p:grpSpPr>
          <p:grpSp>
            <p:nvGrpSpPr>
              <p:cNvPr id="534" name="Google Shape;534;p35"/>
              <p:cNvGrpSpPr/>
              <p:nvPr/>
            </p:nvGrpSpPr>
            <p:grpSpPr>
              <a:xfrm>
                <a:off x="6699249" y="2924175"/>
                <a:ext cx="323854" cy="407989"/>
                <a:chOff x="6699249" y="2924175"/>
                <a:chExt cx="323854" cy="407989"/>
              </a:xfrm>
            </p:grpSpPr>
            <p:sp>
              <p:nvSpPr>
                <p:cNvPr id="535" name="Google Shape;535;p35"/>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36" name="Google Shape;536;p35"/>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37" name="Google Shape;537;p35"/>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38" name="Google Shape;538;p35"/>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39" name="Google Shape;539;p35"/>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6"/>
          <p:cNvSpPr txBox="1"/>
          <p:nvPr>
            <p:ph type="title"/>
          </p:nvPr>
        </p:nvSpPr>
        <p:spPr>
          <a:xfrm>
            <a:off x="720000" y="37908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File Handling:</a:t>
            </a:r>
            <a:endParaRPr/>
          </a:p>
        </p:txBody>
      </p:sp>
      <p:sp>
        <p:nvSpPr>
          <p:cNvPr id="545" name="Google Shape;545;p36"/>
          <p:cNvSpPr txBox="1"/>
          <p:nvPr>
            <p:ph idx="1" type="body"/>
          </p:nvPr>
        </p:nvSpPr>
        <p:spPr>
          <a:xfrm>
            <a:off x="977100" y="898129"/>
            <a:ext cx="6832200" cy="4770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b="1" lang="es" sz="1700" u="sng"/>
              <a:t>Version 2: </a:t>
            </a:r>
            <a:endParaRPr b="1" sz="1700" u="sng"/>
          </a:p>
        </p:txBody>
      </p:sp>
      <p:sp>
        <p:nvSpPr>
          <p:cNvPr id="546" name="Google Shape;546;p36"/>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47" name="Google Shape;547;p36"/>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48" name="Google Shape;548;p36"/>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49" name="Google Shape;549;p36"/>
          <p:cNvGrpSpPr/>
          <p:nvPr/>
        </p:nvGrpSpPr>
        <p:grpSpPr>
          <a:xfrm>
            <a:off x="606428" y="558962"/>
            <a:ext cx="573926" cy="93900"/>
            <a:chOff x="606428" y="558962"/>
            <a:chExt cx="573926" cy="93900"/>
          </a:xfrm>
        </p:grpSpPr>
        <p:sp>
          <p:nvSpPr>
            <p:cNvPr id="550" name="Google Shape;550;p36"/>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51" name="Google Shape;551;p36"/>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52" name="Google Shape;552;p36"/>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553" name="Google Shape;553;p36"/>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54" name="Google Shape;554;p36"/>
          <p:cNvGrpSpPr/>
          <p:nvPr/>
        </p:nvGrpSpPr>
        <p:grpSpPr>
          <a:xfrm>
            <a:off x="977107" y="4908465"/>
            <a:ext cx="1199270" cy="599635"/>
            <a:chOff x="5638801" y="2709863"/>
            <a:chExt cx="495300" cy="247650"/>
          </a:xfrm>
        </p:grpSpPr>
        <p:sp>
          <p:nvSpPr>
            <p:cNvPr id="555" name="Google Shape;555;p36"/>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56" name="Google Shape;556;p36"/>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57" name="Google Shape;557;p36"/>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58" name="Google Shape;558;p36"/>
          <p:cNvSpPr txBox="1"/>
          <p:nvPr/>
        </p:nvSpPr>
        <p:spPr>
          <a:xfrm>
            <a:off x="496688" y="1928138"/>
            <a:ext cx="3660000" cy="1324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Input validation</a:t>
            </a:r>
            <a:endParaRPr sz="1700">
              <a:solidFill>
                <a:schemeClr val="dk1"/>
              </a:solidFill>
              <a:latin typeface="Source Sans Pro"/>
              <a:ea typeface="Source Sans Pro"/>
              <a:cs typeface="Source Sans Pro"/>
              <a:sym typeface="Source Sans Pro"/>
            </a:endParaRPr>
          </a:p>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added a pause function so the user can review </a:t>
            </a:r>
            <a:r>
              <a:rPr lang="es" sz="1700">
                <a:solidFill>
                  <a:schemeClr val="dk1"/>
                </a:solidFill>
                <a:latin typeface="Source Sans Pro"/>
                <a:ea typeface="Source Sans Pro"/>
                <a:cs typeface="Source Sans Pro"/>
                <a:sym typeface="Source Sans Pro"/>
              </a:rPr>
              <a:t>their</a:t>
            </a:r>
            <a:r>
              <a:rPr lang="es" sz="1700">
                <a:solidFill>
                  <a:schemeClr val="dk1"/>
                </a:solidFill>
                <a:latin typeface="Source Sans Pro"/>
                <a:ea typeface="Source Sans Pro"/>
                <a:cs typeface="Source Sans Pro"/>
                <a:sym typeface="Source Sans Pro"/>
              </a:rPr>
              <a:t> answer</a:t>
            </a:r>
            <a:endParaRPr sz="1700">
              <a:solidFill>
                <a:schemeClr val="dk1"/>
              </a:solidFill>
              <a:latin typeface="Source Sans Pro"/>
              <a:ea typeface="Source Sans Pro"/>
              <a:cs typeface="Source Sans Pro"/>
              <a:sym typeface="Source Sans Pro"/>
            </a:endParaRPr>
          </a:p>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added test .txt files</a:t>
            </a:r>
            <a:endParaRPr sz="1700">
              <a:solidFill>
                <a:schemeClr val="dk1"/>
              </a:solidFill>
              <a:latin typeface="Source Sans Pro"/>
              <a:ea typeface="Source Sans Pro"/>
              <a:cs typeface="Source Sans Pro"/>
              <a:sym typeface="Source Sans Pro"/>
            </a:endParaRPr>
          </a:p>
        </p:txBody>
      </p:sp>
      <p:pic>
        <p:nvPicPr>
          <p:cNvPr id="559" name="Google Shape;559;p36"/>
          <p:cNvPicPr preferRelativeResize="0"/>
          <p:nvPr/>
        </p:nvPicPr>
        <p:blipFill>
          <a:blip r:embed="rId3">
            <a:alphaModFix/>
          </a:blip>
          <a:stretch>
            <a:fillRect/>
          </a:stretch>
        </p:blipFill>
        <p:spPr>
          <a:xfrm>
            <a:off x="4030503" y="1219354"/>
            <a:ext cx="4723678" cy="3308100"/>
          </a:xfrm>
          <a:prstGeom prst="rect">
            <a:avLst/>
          </a:prstGeom>
          <a:noFill/>
          <a:ln>
            <a:noFill/>
          </a:ln>
        </p:spPr>
      </p:pic>
      <p:grpSp>
        <p:nvGrpSpPr>
          <p:cNvPr id="560" name="Google Shape;560;p36"/>
          <p:cNvGrpSpPr/>
          <p:nvPr/>
        </p:nvGrpSpPr>
        <p:grpSpPr>
          <a:xfrm>
            <a:off x="8358051" y="753969"/>
            <a:ext cx="773660" cy="963355"/>
            <a:chOff x="6696077" y="2921001"/>
            <a:chExt cx="330200" cy="411163"/>
          </a:xfrm>
        </p:grpSpPr>
        <p:sp>
          <p:nvSpPr>
            <p:cNvPr id="561" name="Google Shape;561;p36"/>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62" name="Google Shape;562;p36"/>
            <p:cNvGrpSpPr/>
            <p:nvPr/>
          </p:nvGrpSpPr>
          <p:grpSpPr>
            <a:xfrm>
              <a:off x="6699249" y="2924175"/>
              <a:ext cx="323854" cy="407989"/>
              <a:chOff x="6699249" y="2924175"/>
              <a:chExt cx="323854" cy="407989"/>
            </a:xfrm>
          </p:grpSpPr>
          <p:grpSp>
            <p:nvGrpSpPr>
              <p:cNvPr id="563" name="Google Shape;563;p36"/>
              <p:cNvGrpSpPr/>
              <p:nvPr/>
            </p:nvGrpSpPr>
            <p:grpSpPr>
              <a:xfrm>
                <a:off x="6699249" y="2924175"/>
                <a:ext cx="323854" cy="407989"/>
                <a:chOff x="6699249" y="2924175"/>
                <a:chExt cx="323854" cy="407989"/>
              </a:xfrm>
            </p:grpSpPr>
            <p:sp>
              <p:nvSpPr>
                <p:cNvPr id="564" name="Google Shape;564;p36"/>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65" name="Google Shape;565;p36"/>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66" name="Google Shape;566;p36"/>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67" name="Google Shape;567;p36"/>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68" name="Google Shape;568;p36"/>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37"/>
          <p:cNvPicPr preferRelativeResize="0"/>
          <p:nvPr/>
        </p:nvPicPr>
        <p:blipFill>
          <a:blip r:embed="rId3">
            <a:alphaModFix/>
          </a:blip>
          <a:stretch>
            <a:fillRect/>
          </a:stretch>
        </p:blipFill>
        <p:spPr>
          <a:xfrm>
            <a:off x="1180350" y="1234820"/>
            <a:ext cx="3176371" cy="2959800"/>
          </a:xfrm>
          <a:prstGeom prst="rect">
            <a:avLst/>
          </a:prstGeom>
          <a:noFill/>
          <a:ln>
            <a:noFill/>
          </a:ln>
        </p:spPr>
      </p:pic>
      <p:sp>
        <p:nvSpPr>
          <p:cNvPr id="574" name="Google Shape;574;p37"/>
          <p:cNvSpPr txBox="1"/>
          <p:nvPr>
            <p:ph type="title"/>
          </p:nvPr>
        </p:nvSpPr>
        <p:spPr>
          <a:xfrm>
            <a:off x="720000" y="379083"/>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File Handling:</a:t>
            </a:r>
            <a:endParaRPr/>
          </a:p>
        </p:txBody>
      </p:sp>
      <p:sp>
        <p:nvSpPr>
          <p:cNvPr id="575" name="Google Shape;575;p37"/>
          <p:cNvSpPr txBox="1"/>
          <p:nvPr>
            <p:ph idx="1" type="body"/>
          </p:nvPr>
        </p:nvSpPr>
        <p:spPr>
          <a:xfrm>
            <a:off x="4959635" y="1181199"/>
            <a:ext cx="1254300" cy="572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b="1" lang="es" sz="1700" u="sng"/>
              <a:t>Version 3: </a:t>
            </a:r>
            <a:endParaRPr b="1" sz="1700" u="sng"/>
          </a:p>
        </p:txBody>
      </p:sp>
      <p:sp>
        <p:nvSpPr>
          <p:cNvPr id="576" name="Google Shape;576;p37"/>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77" name="Google Shape;577;p37"/>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78" name="Google Shape;578;p37"/>
          <p:cNvSpPr/>
          <p:nvPr/>
        </p:nvSpPr>
        <p:spPr>
          <a:xfrm>
            <a:off x="4643494" y="1449668"/>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79" name="Google Shape;579;p37"/>
          <p:cNvGrpSpPr/>
          <p:nvPr/>
        </p:nvGrpSpPr>
        <p:grpSpPr>
          <a:xfrm>
            <a:off x="606428" y="558962"/>
            <a:ext cx="573926" cy="93900"/>
            <a:chOff x="606428" y="558962"/>
            <a:chExt cx="573926" cy="93900"/>
          </a:xfrm>
        </p:grpSpPr>
        <p:sp>
          <p:nvSpPr>
            <p:cNvPr id="580" name="Google Shape;580;p37"/>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81" name="Google Shape;581;p37"/>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582" name="Google Shape;582;p37"/>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583" name="Google Shape;583;p37"/>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84" name="Google Shape;584;p37"/>
          <p:cNvGrpSpPr/>
          <p:nvPr/>
        </p:nvGrpSpPr>
        <p:grpSpPr>
          <a:xfrm>
            <a:off x="977107" y="4908465"/>
            <a:ext cx="1199270" cy="599635"/>
            <a:chOff x="5638801" y="2709863"/>
            <a:chExt cx="495300" cy="247650"/>
          </a:xfrm>
        </p:grpSpPr>
        <p:sp>
          <p:nvSpPr>
            <p:cNvPr id="585" name="Google Shape;585;p37"/>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86" name="Google Shape;586;p37"/>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87" name="Google Shape;587;p37"/>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88" name="Google Shape;588;p37"/>
          <p:cNvSpPr txBox="1"/>
          <p:nvPr/>
        </p:nvSpPr>
        <p:spPr>
          <a:xfrm>
            <a:off x="4511600" y="1983317"/>
            <a:ext cx="4209900" cy="16917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added a main program, a header file, and a implementation file</a:t>
            </a:r>
            <a:endParaRPr sz="1700">
              <a:solidFill>
                <a:schemeClr val="dk1"/>
              </a:solidFill>
              <a:latin typeface="Source Sans Pro"/>
              <a:ea typeface="Source Sans Pro"/>
              <a:cs typeface="Source Sans Pro"/>
              <a:sym typeface="Source Sans Pro"/>
            </a:endParaRPr>
          </a:p>
          <a:p>
            <a:pPr indent="-336550" lvl="0" marL="457200" rtl="0" algn="l">
              <a:spcBef>
                <a:spcPts val="0"/>
              </a:spcBef>
              <a:spcAft>
                <a:spcPts val="0"/>
              </a:spcAft>
              <a:buClr>
                <a:schemeClr val="dk1"/>
              </a:buClr>
              <a:buSzPts val="1700"/>
              <a:buFont typeface="Source Sans Pro"/>
              <a:buChar char="●"/>
            </a:pPr>
            <a:r>
              <a:rPr lang="es" sz="1700">
                <a:solidFill>
                  <a:schemeClr val="dk1"/>
                </a:solidFill>
                <a:latin typeface="Source Sans Pro"/>
                <a:ea typeface="Source Sans Pro"/>
                <a:cs typeface="Source Sans Pro"/>
                <a:sym typeface="Source Sans Pro"/>
              </a:rPr>
              <a:t>added a question struct to more </a:t>
            </a:r>
            <a:r>
              <a:rPr lang="es" sz="1700">
                <a:solidFill>
                  <a:schemeClr val="dk1"/>
                </a:solidFill>
                <a:latin typeface="Source Sans Pro"/>
                <a:ea typeface="Source Sans Pro"/>
                <a:cs typeface="Source Sans Pro"/>
                <a:sym typeface="Source Sans Pro"/>
              </a:rPr>
              <a:t>easily</a:t>
            </a:r>
            <a:r>
              <a:rPr lang="es" sz="1700">
                <a:solidFill>
                  <a:schemeClr val="dk1"/>
                </a:solidFill>
                <a:latin typeface="Source Sans Pro"/>
                <a:ea typeface="Source Sans Pro"/>
                <a:cs typeface="Source Sans Pro"/>
                <a:sym typeface="Source Sans Pro"/>
              </a:rPr>
              <a:t> store question data</a:t>
            </a:r>
            <a:endParaRPr sz="1700">
              <a:solidFill>
                <a:schemeClr val="dk1"/>
              </a:solidFill>
              <a:latin typeface="Source Sans Pro"/>
              <a:ea typeface="Source Sans Pro"/>
              <a:cs typeface="Source Sans Pro"/>
              <a:sym typeface="Source Sans Pro"/>
            </a:endParaRPr>
          </a:p>
        </p:txBody>
      </p:sp>
      <p:grpSp>
        <p:nvGrpSpPr>
          <p:cNvPr id="589" name="Google Shape;589;p37"/>
          <p:cNvGrpSpPr/>
          <p:nvPr/>
        </p:nvGrpSpPr>
        <p:grpSpPr>
          <a:xfrm>
            <a:off x="406693" y="996250"/>
            <a:ext cx="773660" cy="963355"/>
            <a:chOff x="6696077" y="2921001"/>
            <a:chExt cx="330200" cy="411163"/>
          </a:xfrm>
        </p:grpSpPr>
        <p:sp>
          <p:nvSpPr>
            <p:cNvPr id="590" name="Google Shape;590;p37"/>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591" name="Google Shape;591;p37"/>
            <p:cNvGrpSpPr/>
            <p:nvPr/>
          </p:nvGrpSpPr>
          <p:grpSpPr>
            <a:xfrm>
              <a:off x="6699249" y="2924175"/>
              <a:ext cx="323854" cy="407989"/>
              <a:chOff x="6699249" y="2924175"/>
              <a:chExt cx="323854" cy="407989"/>
            </a:xfrm>
          </p:grpSpPr>
          <p:grpSp>
            <p:nvGrpSpPr>
              <p:cNvPr id="592" name="Google Shape;592;p37"/>
              <p:cNvGrpSpPr/>
              <p:nvPr/>
            </p:nvGrpSpPr>
            <p:grpSpPr>
              <a:xfrm>
                <a:off x="6699249" y="2924175"/>
                <a:ext cx="323854" cy="407989"/>
                <a:chOff x="6699249" y="2924175"/>
                <a:chExt cx="323854" cy="407989"/>
              </a:xfrm>
            </p:grpSpPr>
            <p:sp>
              <p:nvSpPr>
                <p:cNvPr id="593" name="Google Shape;593;p37"/>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94" name="Google Shape;594;p37"/>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95" name="Google Shape;595;p37"/>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596" name="Google Shape;596;p37"/>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597" name="Google Shape;597;p37"/>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Conclusion:</a:t>
            </a:r>
            <a:endParaRPr/>
          </a:p>
        </p:txBody>
      </p:sp>
      <p:sp>
        <p:nvSpPr>
          <p:cNvPr id="603" name="Google Shape;603;p38"/>
          <p:cNvSpPr txBox="1"/>
          <p:nvPr>
            <p:ph idx="1" type="body"/>
          </p:nvPr>
        </p:nvSpPr>
        <p:spPr>
          <a:xfrm>
            <a:off x="977100" y="1166600"/>
            <a:ext cx="6832200" cy="37419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Arial"/>
              <a:buChar char="●"/>
            </a:pPr>
            <a:r>
              <a:rPr lang="es">
                <a:latin typeface="Arial"/>
                <a:ea typeface="Arial"/>
                <a:cs typeface="Arial"/>
                <a:sym typeface="Arial"/>
              </a:rPr>
              <a:t>We were able to get the implement the main game functionality and got the program working</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s">
                <a:latin typeface="Arial"/>
                <a:ea typeface="Arial"/>
                <a:cs typeface="Arial"/>
                <a:sym typeface="Arial"/>
              </a:rPr>
              <a:t> We see this as a success, even though there was more we wanted to accomplish with this.</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s">
                <a:latin typeface="Arial"/>
                <a:ea typeface="Arial"/>
                <a:cs typeface="Arial"/>
                <a:sym typeface="Arial"/>
              </a:rPr>
              <a:t>Future ideas</a:t>
            </a:r>
            <a:endParaRPr>
              <a:latin typeface="Arial"/>
              <a:ea typeface="Arial"/>
              <a:cs typeface="Arial"/>
              <a:sym typeface="Arial"/>
            </a:endParaRPr>
          </a:p>
          <a:p>
            <a:pPr indent="-317500" lvl="1" marL="914400" rtl="0" algn="l">
              <a:lnSpc>
                <a:spcPct val="115000"/>
              </a:lnSpc>
              <a:spcBef>
                <a:spcPts val="0"/>
              </a:spcBef>
              <a:spcAft>
                <a:spcPts val="0"/>
              </a:spcAft>
              <a:buSzPts val="1400"/>
              <a:buFont typeface="Arial"/>
              <a:buChar char="○"/>
            </a:pPr>
            <a:r>
              <a:rPr lang="es">
                <a:latin typeface="Arial"/>
                <a:ea typeface="Arial"/>
                <a:cs typeface="Arial"/>
                <a:sym typeface="Arial"/>
              </a:rPr>
              <a:t>Add more .txt files</a:t>
            </a:r>
            <a:endParaRPr>
              <a:latin typeface="Arial"/>
              <a:ea typeface="Arial"/>
              <a:cs typeface="Arial"/>
              <a:sym typeface="Arial"/>
            </a:endParaRPr>
          </a:p>
          <a:p>
            <a:pPr indent="-317500" lvl="1" marL="914400" rtl="0" algn="l">
              <a:lnSpc>
                <a:spcPct val="115000"/>
              </a:lnSpc>
              <a:spcBef>
                <a:spcPts val="0"/>
              </a:spcBef>
              <a:spcAft>
                <a:spcPts val="0"/>
              </a:spcAft>
              <a:buSzPts val="1400"/>
              <a:buFont typeface="Arial"/>
              <a:buChar char="○"/>
            </a:pPr>
            <a:r>
              <a:rPr lang="es">
                <a:latin typeface="Arial"/>
                <a:ea typeface="Arial"/>
                <a:cs typeface="Arial"/>
                <a:sym typeface="Arial"/>
              </a:rPr>
              <a:t>Add music</a:t>
            </a:r>
            <a:endParaRPr>
              <a:latin typeface="Arial"/>
              <a:ea typeface="Arial"/>
              <a:cs typeface="Arial"/>
              <a:sym typeface="Arial"/>
            </a:endParaRPr>
          </a:p>
          <a:p>
            <a:pPr indent="-317500" lvl="1" marL="914400" rtl="0" algn="l">
              <a:lnSpc>
                <a:spcPct val="115000"/>
              </a:lnSpc>
              <a:spcBef>
                <a:spcPts val="0"/>
              </a:spcBef>
              <a:spcAft>
                <a:spcPts val="0"/>
              </a:spcAft>
              <a:buSzPts val="1400"/>
              <a:buFont typeface="Arial"/>
              <a:buChar char="○"/>
            </a:pPr>
            <a:r>
              <a:rPr lang="es">
                <a:latin typeface="Arial"/>
                <a:ea typeface="Arial"/>
                <a:cs typeface="Arial"/>
                <a:sym typeface="Arial"/>
              </a:rPr>
              <a:t>Add seasonal files using time to tell what season/month it is.</a:t>
            </a:r>
            <a:endParaRPr>
              <a:latin typeface="Arial"/>
              <a:ea typeface="Arial"/>
              <a:cs typeface="Arial"/>
              <a:sym typeface="Arial"/>
            </a:endParaRPr>
          </a:p>
          <a:p>
            <a:pPr indent="-317500" lvl="1" marL="914400" rtl="0" algn="l">
              <a:lnSpc>
                <a:spcPct val="115000"/>
              </a:lnSpc>
              <a:spcBef>
                <a:spcPts val="0"/>
              </a:spcBef>
              <a:spcAft>
                <a:spcPts val="0"/>
              </a:spcAft>
              <a:buSzPts val="1400"/>
              <a:buFont typeface="Arial"/>
              <a:buChar char="○"/>
            </a:pPr>
            <a:r>
              <a:rPr lang="es">
                <a:latin typeface="Arial"/>
                <a:ea typeface="Arial"/>
                <a:cs typeface="Arial"/>
                <a:sym typeface="Arial"/>
              </a:rPr>
              <a:t>Buzzing in</a:t>
            </a:r>
            <a:endParaRPr>
              <a:latin typeface="Arial"/>
              <a:ea typeface="Arial"/>
              <a:cs typeface="Arial"/>
              <a:sym typeface="Arial"/>
            </a:endParaRPr>
          </a:p>
          <a:p>
            <a:pPr indent="-317500" lvl="1" marL="914400" rtl="0" algn="l">
              <a:lnSpc>
                <a:spcPct val="115000"/>
              </a:lnSpc>
              <a:spcBef>
                <a:spcPts val="0"/>
              </a:spcBef>
              <a:spcAft>
                <a:spcPts val="0"/>
              </a:spcAft>
              <a:buSzPts val="1400"/>
              <a:buFont typeface="Arial"/>
              <a:buChar char="○"/>
            </a:pPr>
            <a:r>
              <a:rPr lang="es">
                <a:latin typeface="Arial"/>
                <a:ea typeface="Arial"/>
                <a:cs typeface="Arial"/>
                <a:sym typeface="Arial"/>
              </a:rPr>
              <a:t>GUI (Graphical User Interface)</a:t>
            </a:r>
            <a:endParaRPr/>
          </a:p>
        </p:txBody>
      </p:sp>
      <p:sp>
        <p:nvSpPr>
          <p:cNvPr id="604" name="Google Shape;604;p38"/>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05" name="Google Shape;605;p38"/>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06" name="Google Shape;606;p38"/>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07" name="Google Shape;607;p38"/>
          <p:cNvGrpSpPr/>
          <p:nvPr/>
        </p:nvGrpSpPr>
        <p:grpSpPr>
          <a:xfrm>
            <a:off x="606428" y="558962"/>
            <a:ext cx="573926" cy="93900"/>
            <a:chOff x="606428" y="558962"/>
            <a:chExt cx="573926" cy="93900"/>
          </a:xfrm>
        </p:grpSpPr>
        <p:sp>
          <p:nvSpPr>
            <p:cNvPr id="608" name="Google Shape;608;p38"/>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09" name="Google Shape;609;p38"/>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10" name="Google Shape;610;p38"/>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611" name="Google Shape;611;p38"/>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12" name="Google Shape;612;p38"/>
          <p:cNvGrpSpPr/>
          <p:nvPr/>
        </p:nvGrpSpPr>
        <p:grpSpPr>
          <a:xfrm>
            <a:off x="977107" y="4908465"/>
            <a:ext cx="1199270" cy="599635"/>
            <a:chOff x="5638801" y="2709863"/>
            <a:chExt cx="495300" cy="247650"/>
          </a:xfrm>
        </p:grpSpPr>
        <p:sp>
          <p:nvSpPr>
            <p:cNvPr id="613" name="Google Shape;613;p38"/>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14" name="Google Shape;614;p38"/>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615" name="Google Shape;615;p38"/>
          <p:cNvGrpSpPr/>
          <p:nvPr/>
        </p:nvGrpSpPr>
        <p:grpSpPr>
          <a:xfrm>
            <a:off x="7982097" y="1952287"/>
            <a:ext cx="773660" cy="963355"/>
            <a:chOff x="6696077" y="2921001"/>
            <a:chExt cx="330200" cy="411163"/>
          </a:xfrm>
        </p:grpSpPr>
        <p:sp>
          <p:nvSpPr>
            <p:cNvPr id="616" name="Google Shape;616;p38"/>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17" name="Google Shape;617;p38"/>
            <p:cNvGrpSpPr/>
            <p:nvPr/>
          </p:nvGrpSpPr>
          <p:grpSpPr>
            <a:xfrm>
              <a:off x="6699249" y="2924175"/>
              <a:ext cx="323854" cy="407989"/>
              <a:chOff x="6699249" y="2924175"/>
              <a:chExt cx="323854" cy="407989"/>
            </a:xfrm>
          </p:grpSpPr>
          <p:grpSp>
            <p:nvGrpSpPr>
              <p:cNvPr id="618" name="Google Shape;618;p38"/>
              <p:cNvGrpSpPr/>
              <p:nvPr/>
            </p:nvGrpSpPr>
            <p:grpSpPr>
              <a:xfrm>
                <a:off x="6699249" y="2924175"/>
                <a:ext cx="323854" cy="407989"/>
                <a:chOff x="6699249" y="2924175"/>
                <a:chExt cx="323854" cy="407989"/>
              </a:xfrm>
            </p:grpSpPr>
            <p:sp>
              <p:nvSpPr>
                <p:cNvPr id="619" name="Google Shape;619;p38"/>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20" name="Google Shape;620;p38"/>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21" name="Google Shape;621;p38"/>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622" name="Google Shape;622;p38"/>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23" name="Google Shape;623;p38"/>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624" name="Google Shape;624;p38"/>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Sources:</a:t>
            </a:r>
            <a:endParaRPr/>
          </a:p>
        </p:txBody>
      </p:sp>
      <p:sp>
        <p:nvSpPr>
          <p:cNvPr id="630" name="Google Shape;630;p39"/>
          <p:cNvSpPr txBox="1"/>
          <p:nvPr>
            <p:ph idx="1" type="body"/>
          </p:nvPr>
        </p:nvSpPr>
        <p:spPr>
          <a:xfrm>
            <a:off x="1242450" y="1121175"/>
            <a:ext cx="7006200" cy="26280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0"/>
              </a:spcAft>
              <a:buClr>
                <a:schemeClr val="dk1"/>
              </a:buClr>
              <a:buSzPts val="1100"/>
              <a:buFont typeface="Arial"/>
              <a:buNone/>
            </a:pPr>
            <a:r>
              <a:rPr b="1" lang="es" sz="1200">
                <a:latin typeface="Arial"/>
                <a:ea typeface="Arial"/>
                <a:cs typeface="Arial"/>
                <a:sym typeface="Arial"/>
              </a:rPr>
              <a:t>References</a:t>
            </a:r>
            <a:endParaRPr b="1" sz="1200">
              <a:latin typeface="Arial"/>
              <a:ea typeface="Arial"/>
              <a:cs typeface="Arial"/>
              <a:sym typeface="Arial"/>
            </a:endParaRPr>
          </a:p>
          <a:p>
            <a:pPr indent="-457200" lvl="0" marL="0" rtl="0" algn="l">
              <a:lnSpc>
                <a:spcPct val="200000"/>
              </a:lnSpc>
              <a:spcBef>
                <a:spcPts val="0"/>
              </a:spcBef>
              <a:spcAft>
                <a:spcPts val="0"/>
              </a:spcAft>
              <a:buClr>
                <a:schemeClr val="dk1"/>
              </a:buClr>
              <a:buSzPts val="1100"/>
              <a:buFont typeface="Arial"/>
              <a:buNone/>
            </a:pPr>
            <a:r>
              <a:rPr i="1" lang="es" sz="1200">
                <a:latin typeface="Arial"/>
                <a:ea typeface="Arial"/>
                <a:cs typeface="Arial"/>
                <a:sym typeface="Arial"/>
              </a:rPr>
              <a:t>cplusplus.com - The C++ Resources Network</a:t>
            </a:r>
            <a:r>
              <a:rPr lang="es" sz="1200">
                <a:latin typeface="Arial"/>
                <a:ea typeface="Arial"/>
                <a:cs typeface="Arial"/>
                <a:sym typeface="Arial"/>
              </a:rPr>
              <a:t>. (n.d.). Cplusplus.com. Retrieved April 12, 2026, from https://cplusplus.com/. Used for general syntax and included header files; strtok(), vectors, etc. .</a:t>
            </a:r>
            <a:endParaRPr sz="1200">
              <a:latin typeface="Arial"/>
              <a:ea typeface="Arial"/>
              <a:cs typeface="Arial"/>
              <a:sym typeface="Arial"/>
            </a:endParaRPr>
          </a:p>
          <a:p>
            <a:pPr indent="-457200" lvl="0" marL="0" rtl="0" algn="l">
              <a:lnSpc>
                <a:spcPct val="200000"/>
              </a:lnSpc>
              <a:spcBef>
                <a:spcPts val="0"/>
              </a:spcBef>
              <a:spcAft>
                <a:spcPts val="0"/>
              </a:spcAft>
              <a:buClr>
                <a:schemeClr val="dk1"/>
              </a:buClr>
              <a:buSzPts val="1100"/>
              <a:buFont typeface="Arial"/>
              <a:buNone/>
            </a:pPr>
            <a:r>
              <a:rPr lang="es" sz="1200">
                <a:latin typeface="Arial"/>
                <a:ea typeface="Arial"/>
                <a:cs typeface="Arial"/>
                <a:sym typeface="Arial"/>
              </a:rPr>
              <a:t>csguy. (2019, November 5). </a:t>
            </a:r>
            <a:r>
              <a:rPr i="1" lang="es" sz="1200">
                <a:latin typeface="Arial"/>
                <a:ea typeface="Arial"/>
                <a:cs typeface="Arial"/>
                <a:sym typeface="Arial"/>
              </a:rPr>
              <a:t>cin &gt;&gt; ws vs cin.ignore(numeric_limits::max(), “\n”)?</a:t>
            </a:r>
            <a:r>
              <a:rPr lang="es" sz="1200">
                <a:latin typeface="Arial"/>
                <a:ea typeface="Arial"/>
                <a:cs typeface="Arial"/>
                <a:sym typeface="Arial"/>
              </a:rPr>
              <a:t> Stack Overflow. https://stackoverflow.com/questions/58705197/cin-ws-vs-cin-ignorenumeric-limitsstreamsizemax-n</a:t>
            </a:r>
            <a:endParaRPr sz="1200">
              <a:latin typeface="Arial"/>
              <a:ea typeface="Arial"/>
              <a:cs typeface="Arial"/>
              <a:sym typeface="Arial"/>
            </a:endParaRPr>
          </a:p>
          <a:p>
            <a:pPr indent="-457200" lvl="0" marL="0" rtl="0" algn="l">
              <a:lnSpc>
                <a:spcPct val="200000"/>
              </a:lnSpc>
              <a:spcBef>
                <a:spcPts val="0"/>
              </a:spcBef>
              <a:spcAft>
                <a:spcPts val="0"/>
              </a:spcAft>
              <a:buClr>
                <a:schemeClr val="dk1"/>
              </a:buClr>
              <a:buSzPts val="1100"/>
              <a:buFont typeface="Arial"/>
              <a:buNone/>
            </a:pPr>
            <a:r>
              <a:rPr lang="es" sz="1200">
                <a:latin typeface="Arial"/>
                <a:ea typeface="Arial"/>
                <a:cs typeface="Arial"/>
                <a:sym typeface="Arial"/>
              </a:rPr>
              <a:t>GeeksforGeeks. (2019, July 11). </a:t>
            </a:r>
            <a:r>
              <a:rPr i="1" lang="es" sz="1200">
                <a:latin typeface="Arial"/>
                <a:ea typeface="Arial"/>
                <a:cs typeface="Arial"/>
                <a:sym typeface="Arial"/>
              </a:rPr>
              <a:t>Structures in C++</a:t>
            </a:r>
            <a:r>
              <a:rPr lang="es" sz="1200">
                <a:latin typeface="Arial"/>
                <a:ea typeface="Arial"/>
                <a:cs typeface="Arial"/>
                <a:sym typeface="Arial"/>
              </a:rPr>
              <a:t>. GeeksforGeeks. https://www.geeksforgeeks.org/cpp/structures-in-cpp/</a:t>
            </a:r>
            <a:endParaRPr sz="1200">
              <a:latin typeface="Arial"/>
              <a:ea typeface="Arial"/>
              <a:cs typeface="Arial"/>
              <a:sym typeface="Arial"/>
            </a:endParaRPr>
          </a:p>
          <a:p>
            <a:pPr indent="0" lvl="0" marL="0" rtl="0" algn="l">
              <a:spcBef>
                <a:spcPts val="1000"/>
              </a:spcBef>
              <a:spcAft>
                <a:spcPts val="0"/>
              </a:spcAft>
              <a:buNone/>
            </a:pPr>
            <a:r>
              <a:t/>
            </a:r>
            <a:endParaRPr i="1" sz="1200">
              <a:latin typeface="Arial"/>
              <a:ea typeface="Arial"/>
              <a:cs typeface="Arial"/>
              <a:sym typeface="Arial"/>
            </a:endParaRPr>
          </a:p>
        </p:txBody>
      </p:sp>
      <p:sp>
        <p:nvSpPr>
          <p:cNvPr id="631" name="Google Shape;631;p39"/>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32" name="Google Shape;632;p39"/>
          <p:cNvSpPr/>
          <p:nvPr/>
        </p:nvSpPr>
        <p:spPr>
          <a:xfrm>
            <a:off x="1938974" y="4229309"/>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rgbClr val="BAA5FF"/>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33" name="Google Shape;633;p39"/>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34" name="Google Shape;634;p39"/>
          <p:cNvGrpSpPr/>
          <p:nvPr/>
        </p:nvGrpSpPr>
        <p:grpSpPr>
          <a:xfrm>
            <a:off x="606428" y="558962"/>
            <a:ext cx="573926" cy="93900"/>
            <a:chOff x="606428" y="558962"/>
            <a:chExt cx="573926" cy="93900"/>
          </a:xfrm>
        </p:grpSpPr>
        <p:sp>
          <p:nvSpPr>
            <p:cNvPr id="635" name="Google Shape;635;p39"/>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36" name="Google Shape;636;p39"/>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37" name="Google Shape;637;p39"/>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638" name="Google Shape;638;p39"/>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39" name="Google Shape;639;p39"/>
          <p:cNvGrpSpPr/>
          <p:nvPr/>
        </p:nvGrpSpPr>
        <p:grpSpPr>
          <a:xfrm>
            <a:off x="977107" y="4908465"/>
            <a:ext cx="1199270" cy="599635"/>
            <a:chOff x="5638801" y="2709863"/>
            <a:chExt cx="495300" cy="247650"/>
          </a:xfrm>
        </p:grpSpPr>
        <p:sp>
          <p:nvSpPr>
            <p:cNvPr id="640" name="Google Shape;640;p39"/>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41" name="Google Shape;641;p39"/>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nvGrpSpPr>
          <p:cNvPr id="642" name="Google Shape;642;p39"/>
          <p:cNvGrpSpPr/>
          <p:nvPr/>
        </p:nvGrpSpPr>
        <p:grpSpPr>
          <a:xfrm>
            <a:off x="7982097" y="1952287"/>
            <a:ext cx="773660" cy="963355"/>
            <a:chOff x="6696077" y="2921001"/>
            <a:chExt cx="330200" cy="411163"/>
          </a:xfrm>
        </p:grpSpPr>
        <p:sp>
          <p:nvSpPr>
            <p:cNvPr id="643" name="Google Shape;643;p39"/>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44" name="Google Shape;644;p39"/>
            <p:cNvGrpSpPr/>
            <p:nvPr/>
          </p:nvGrpSpPr>
          <p:grpSpPr>
            <a:xfrm>
              <a:off x="6699249" y="2924175"/>
              <a:ext cx="323854" cy="407989"/>
              <a:chOff x="6699249" y="2924175"/>
              <a:chExt cx="323854" cy="407989"/>
            </a:xfrm>
          </p:grpSpPr>
          <p:grpSp>
            <p:nvGrpSpPr>
              <p:cNvPr id="645" name="Google Shape;645;p39"/>
              <p:cNvGrpSpPr/>
              <p:nvPr/>
            </p:nvGrpSpPr>
            <p:grpSpPr>
              <a:xfrm>
                <a:off x="6699249" y="2924175"/>
                <a:ext cx="323854" cy="407989"/>
                <a:chOff x="6699249" y="2924175"/>
                <a:chExt cx="323854" cy="407989"/>
              </a:xfrm>
            </p:grpSpPr>
            <p:sp>
              <p:nvSpPr>
                <p:cNvPr id="646" name="Google Shape;646;p39"/>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47" name="Google Shape;647;p39"/>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48" name="Google Shape;648;p39"/>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649" name="Google Shape;649;p39"/>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50" name="Google Shape;650;p39"/>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
        <p:nvSpPr>
          <p:cNvPr id="651" name="Google Shape;651;p39"/>
          <p:cNvSpPr/>
          <p:nvPr/>
        </p:nvSpPr>
        <p:spPr>
          <a:xfrm>
            <a:off x="5158792" y="4084838"/>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Contributions:</a:t>
            </a:r>
            <a:endParaRPr/>
          </a:p>
        </p:txBody>
      </p:sp>
      <p:sp>
        <p:nvSpPr>
          <p:cNvPr id="657" name="Google Shape;657;p40"/>
          <p:cNvSpPr txBox="1"/>
          <p:nvPr>
            <p:ph idx="1" type="body"/>
          </p:nvPr>
        </p:nvSpPr>
        <p:spPr>
          <a:xfrm>
            <a:off x="1242450" y="1121175"/>
            <a:ext cx="7006200" cy="365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s" sz="1100">
                <a:latin typeface="Arial"/>
                <a:ea typeface="Arial"/>
                <a:cs typeface="Arial"/>
                <a:sym typeface="Arial"/>
              </a:rPr>
              <a:t>Hunter:</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Programming: File input and reading  (with subsections), GitHub Usage (Created a repository, pushed &amp; pulled files, created pull requests)</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Paper: Abstract, introduction, file handling (with subsections), sources,  conclusion, formatting, GitHub Usage</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Presentation:	 Themes, file handling, introduction, GitHub usage, Conclusion, Sources</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s" sz="1100">
                <a:latin typeface="Arial"/>
                <a:ea typeface="Arial"/>
                <a:cs typeface="Arial"/>
                <a:sym typeface="Arial"/>
              </a:rPr>
              <a:t>James:</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s" sz="1100">
                <a:latin typeface="Arial"/>
                <a:ea typeface="Arial"/>
                <a:cs typeface="Arial"/>
                <a:sym typeface="Arial"/>
              </a:rPr>
              <a:t>    -	Game design: Created the main code, made functions for gameplay.</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s" sz="1100">
                <a:latin typeface="Arial"/>
                <a:ea typeface="Arial"/>
                <a:cs typeface="Arial"/>
                <a:sym typeface="Arial"/>
              </a:rPr>
              <a:t>    - 	Paper: Game Behavior, Rules of the game, sources</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es" sz="1100">
                <a:latin typeface="Arial"/>
                <a:ea typeface="Arial"/>
                <a:cs typeface="Arial"/>
                <a:sym typeface="Arial"/>
              </a:rPr>
              <a:t>    - 	GitHub worked on main, created branches for jeopardy.cpp, created functions for gameplay</a:t>
            </a:r>
            <a:endParaRPr sz="1100">
              <a:latin typeface="Arial"/>
              <a:ea typeface="Arial"/>
              <a:cs typeface="Arial"/>
              <a:sym typeface="Arial"/>
            </a:endParaRPr>
          </a:p>
          <a:p>
            <a:pPr indent="0" lvl="0" marL="0" rtl="0" algn="l">
              <a:lnSpc>
                <a:spcPct val="100000"/>
              </a:lnSpc>
              <a:spcBef>
                <a:spcPts val="0"/>
              </a:spcBef>
              <a:spcAft>
                <a:spcPts val="0"/>
              </a:spcAft>
              <a:buNone/>
            </a:pPr>
            <a:r>
              <a:rPr lang="es" sz="1100">
                <a:latin typeface="Arial"/>
                <a:ea typeface="Arial"/>
                <a:cs typeface="Arial"/>
                <a:sym typeface="Arial"/>
              </a:rPr>
              <a:t>    - 	Presentation: Game Rules, Question and Game Editor, Editor</a:t>
            </a:r>
            <a:br>
              <a:rPr lang="es" sz="1100">
                <a:latin typeface="Arial"/>
                <a:ea typeface="Arial"/>
                <a:cs typeface="Arial"/>
                <a:sym typeface="Arial"/>
              </a:rPr>
            </a:br>
            <a:r>
              <a:rPr lang="es" sz="1100">
                <a:latin typeface="Arial"/>
                <a:ea typeface="Arial"/>
                <a:cs typeface="Arial"/>
                <a:sym typeface="Arial"/>
              </a:rPr>
              <a:t>Jack:</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Programming: Question/Game Editor</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Paper: Editor</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Presentation:	Editor</a:t>
            </a:r>
            <a:endParaRPr sz="1100">
              <a:latin typeface="Arial"/>
              <a:ea typeface="Arial"/>
              <a:cs typeface="Arial"/>
              <a:sym typeface="Arial"/>
            </a:endParaRPr>
          </a:p>
          <a:p>
            <a:pPr indent="0" lvl="0" marL="0" rtl="0" algn="l">
              <a:lnSpc>
                <a:spcPct val="100000"/>
              </a:lnSpc>
              <a:spcBef>
                <a:spcPts val="0"/>
              </a:spcBef>
              <a:spcAft>
                <a:spcPts val="0"/>
              </a:spcAft>
              <a:buNone/>
            </a:pPr>
            <a:r>
              <a:rPr lang="es" sz="1100">
                <a:latin typeface="Arial"/>
                <a:ea typeface="Arial"/>
                <a:cs typeface="Arial"/>
                <a:sym typeface="Arial"/>
              </a:rPr>
              <a:t>Ryan:</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Programming: Visuals, GitHub help, created the repo, handled all pull requests, created the .README)</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Paper: Visuals</a:t>
            </a:r>
            <a:endParaRPr sz="1100">
              <a:latin typeface="Arial"/>
              <a:ea typeface="Arial"/>
              <a:cs typeface="Arial"/>
              <a:sym typeface="Arial"/>
            </a:endParaRPr>
          </a:p>
          <a:p>
            <a:pPr indent="-298450" lvl="0" marL="457200" rtl="0" algn="l">
              <a:lnSpc>
                <a:spcPct val="100000"/>
              </a:lnSpc>
              <a:spcBef>
                <a:spcPts val="0"/>
              </a:spcBef>
              <a:spcAft>
                <a:spcPts val="0"/>
              </a:spcAft>
              <a:buSzPts val="1100"/>
              <a:buFont typeface="Arial"/>
              <a:buChar char="-"/>
            </a:pPr>
            <a:r>
              <a:rPr lang="es" sz="1100">
                <a:latin typeface="Arial"/>
                <a:ea typeface="Arial"/>
                <a:cs typeface="Arial"/>
                <a:sym typeface="Arial"/>
              </a:rPr>
              <a:t>Presentation: Visuals</a:t>
            </a:r>
            <a:endParaRPr sz="1100">
              <a:latin typeface="Arial"/>
              <a:ea typeface="Arial"/>
              <a:cs typeface="Arial"/>
              <a:sym typeface="Arial"/>
            </a:endParaRPr>
          </a:p>
          <a:p>
            <a:pPr indent="0" lvl="0" marL="0" rtl="0" algn="l">
              <a:lnSpc>
                <a:spcPct val="100000"/>
              </a:lnSpc>
              <a:spcBef>
                <a:spcPts val="1000"/>
              </a:spcBef>
              <a:spcAft>
                <a:spcPts val="0"/>
              </a:spcAft>
              <a:buNone/>
            </a:pPr>
            <a:r>
              <a:t/>
            </a:r>
            <a:endParaRPr b="1" sz="1100">
              <a:latin typeface="Arial"/>
              <a:ea typeface="Arial"/>
              <a:cs typeface="Arial"/>
              <a:sym typeface="Arial"/>
            </a:endParaRPr>
          </a:p>
        </p:txBody>
      </p:sp>
      <p:sp>
        <p:nvSpPr>
          <p:cNvPr id="658" name="Google Shape;658;p40"/>
          <p:cNvSpPr/>
          <p:nvPr/>
        </p:nvSpPr>
        <p:spPr>
          <a:xfrm>
            <a:off x="8420100" y="552450"/>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59" name="Google Shape;659;p40"/>
          <p:cNvSpPr/>
          <p:nvPr/>
        </p:nvSpPr>
        <p:spPr>
          <a:xfrm>
            <a:off x="660959" y="1166593"/>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60" name="Google Shape;660;p40"/>
          <p:cNvGrpSpPr/>
          <p:nvPr/>
        </p:nvGrpSpPr>
        <p:grpSpPr>
          <a:xfrm>
            <a:off x="606428" y="558962"/>
            <a:ext cx="573926" cy="93900"/>
            <a:chOff x="606428" y="558962"/>
            <a:chExt cx="573926" cy="93900"/>
          </a:xfrm>
        </p:grpSpPr>
        <p:sp>
          <p:nvSpPr>
            <p:cNvPr id="661" name="Google Shape;661;p40"/>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62" name="Google Shape;662;p40"/>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63" name="Google Shape;663;p40"/>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
        <p:nvSpPr>
          <p:cNvPr id="664" name="Google Shape;664;p40"/>
          <p:cNvSpPr/>
          <p:nvPr/>
        </p:nvSpPr>
        <p:spPr>
          <a:xfrm>
            <a:off x="7151167" y="5008119"/>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65" name="Google Shape;665;p40"/>
          <p:cNvGrpSpPr/>
          <p:nvPr/>
        </p:nvGrpSpPr>
        <p:grpSpPr>
          <a:xfrm>
            <a:off x="977107" y="4908465"/>
            <a:ext cx="1199270" cy="599635"/>
            <a:chOff x="5638801" y="2709863"/>
            <a:chExt cx="495300" cy="247650"/>
          </a:xfrm>
        </p:grpSpPr>
        <p:sp>
          <p:nvSpPr>
            <p:cNvPr id="666" name="Google Shape;666;p40"/>
            <p:cNvSpPr/>
            <p:nvPr/>
          </p:nvSpPr>
          <p:spPr>
            <a:xfrm>
              <a:off x="5638801" y="2709863"/>
              <a:ext cx="495300" cy="247650"/>
            </a:xfrm>
            <a:custGeom>
              <a:rect b="b" l="l" r="r" t="t"/>
              <a:pathLst>
                <a:path extrusionOk="0" h="421" w="842">
                  <a:moveTo>
                    <a:pt x="421" y="421"/>
                  </a:moveTo>
                  <a:cubicBezTo>
                    <a:pt x="654" y="421"/>
                    <a:pt x="842" y="232"/>
                    <a:pt x="842" y="0"/>
                  </a:cubicBezTo>
                  <a:lnTo>
                    <a:pt x="648" y="0"/>
                  </a:lnTo>
                  <a:cubicBezTo>
                    <a:pt x="648" y="125"/>
                    <a:pt x="546" y="226"/>
                    <a:pt x="421" y="226"/>
                  </a:cubicBezTo>
                  <a:cubicBezTo>
                    <a:pt x="297" y="226"/>
                    <a:pt x="195" y="125"/>
                    <a:pt x="195" y="0"/>
                  </a:cubicBezTo>
                  <a:lnTo>
                    <a:pt x="0" y="0"/>
                  </a:lnTo>
                  <a:cubicBezTo>
                    <a:pt x="0" y="232"/>
                    <a:pt x="189" y="421"/>
                    <a:pt x="421" y="421"/>
                  </a:cubicBezTo>
                  <a:close/>
                </a:path>
              </a:pathLst>
            </a:custGeom>
            <a:solidFill>
              <a:schemeClr val="accent4"/>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100">
                <a:solidFill>
                  <a:srgbClr val="000000"/>
                </a:solidFill>
                <a:latin typeface="Source Sans Pro"/>
                <a:ea typeface="Source Sans Pro"/>
                <a:cs typeface="Source Sans Pro"/>
                <a:sym typeface="Source Sans Pro"/>
              </a:endParaRPr>
            </a:p>
          </p:txBody>
        </p:sp>
        <p:sp>
          <p:nvSpPr>
            <p:cNvPr id="667" name="Google Shape;667;p40"/>
            <p:cNvSpPr/>
            <p:nvPr/>
          </p:nvSpPr>
          <p:spPr>
            <a:xfrm>
              <a:off x="5807076" y="2714626"/>
              <a:ext cx="155575" cy="77788"/>
            </a:xfrm>
            <a:custGeom>
              <a:rect b="b" l="l" r="r" t="t"/>
              <a:pathLst>
                <a:path extrusionOk="0" h="132" w="265">
                  <a:moveTo>
                    <a:pt x="133" y="132"/>
                  </a:moveTo>
                  <a:cubicBezTo>
                    <a:pt x="206" y="132"/>
                    <a:pt x="265" y="73"/>
                    <a:pt x="265" y="0"/>
                  </a:cubicBezTo>
                  <a:lnTo>
                    <a:pt x="0" y="0"/>
                  </a:lnTo>
                  <a:cubicBezTo>
                    <a:pt x="0" y="73"/>
                    <a:pt x="59" y="132"/>
                    <a:pt x="133" y="132"/>
                  </a:cubicBezTo>
                  <a:close/>
                </a:path>
              </a:pathLst>
            </a:custGeom>
            <a:solidFill>
              <a:schemeClr val="accent1"/>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100">
                <a:solidFill>
                  <a:srgbClr val="000000"/>
                </a:solidFill>
                <a:latin typeface="Source Sans Pro"/>
                <a:ea typeface="Source Sans Pro"/>
                <a:cs typeface="Source Sans Pro"/>
                <a:sym typeface="Source Sans Pro"/>
              </a:endParaRPr>
            </a:p>
          </p:txBody>
        </p:sp>
      </p:grpSp>
      <p:grpSp>
        <p:nvGrpSpPr>
          <p:cNvPr id="668" name="Google Shape;668;p40"/>
          <p:cNvGrpSpPr/>
          <p:nvPr/>
        </p:nvGrpSpPr>
        <p:grpSpPr>
          <a:xfrm>
            <a:off x="7982097" y="1952287"/>
            <a:ext cx="773660" cy="963355"/>
            <a:chOff x="6696077" y="2921001"/>
            <a:chExt cx="330200" cy="411163"/>
          </a:xfrm>
        </p:grpSpPr>
        <p:sp>
          <p:nvSpPr>
            <p:cNvPr id="669" name="Google Shape;669;p40"/>
            <p:cNvSpPr/>
            <p:nvPr/>
          </p:nvSpPr>
          <p:spPr>
            <a:xfrm>
              <a:off x="6696077" y="2921001"/>
              <a:ext cx="330200" cy="411162"/>
            </a:xfrm>
            <a:custGeom>
              <a:rect b="b" l="l" r="r" t="t"/>
              <a:pathLst>
                <a:path extrusionOk="0" h="699" w="561">
                  <a:moveTo>
                    <a:pt x="419" y="699"/>
                  </a:moveTo>
                  <a:cubicBezTo>
                    <a:pt x="417" y="699"/>
                    <a:pt x="416" y="698"/>
                    <a:pt x="415" y="697"/>
                  </a:cubicBezTo>
                  <a:lnTo>
                    <a:pt x="281" y="563"/>
                  </a:lnTo>
                  <a:lnTo>
                    <a:pt x="147" y="697"/>
                  </a:lnTo>
                  <a:cubicBezTo>
                    <a:pt x="145" y="699"/>
                    <a:pt x="142" y="699"/>
                    <a:pt x="139" y="697"/>
                  </a:cubicBezTo>
                  <a:lnTo>
                    <a:pt x="2" y="560"/>
                  </a:lnTo>
                  <a:cubicBezTo>
                    <a:pt x="1" y="559"/>
                    <a:pt x="0" y="558"/>
                    <a:pt x="0" y="556"/>
                  </a:cubicBezTo>
                  <a:lnTo>
                    <a:pt x="0" y="419"/>
                  </a:lnTo>
                  <a:cubicBezTo>
                    <a:pt x="0" y="417"/>
                    <a:pt x="1" y="416"/>
                    <a:pt x="2" y="415"/>
                  </a:cubicBezTo>
                  <a:lnTo>
                    <a:pt x="67" y="350"/>
                  </a:lnTo>
                  <a:lnTo>
                    <a:pt x="2" y="284"/>
                  </a:lnTo>
                  <a:cubicBezTo>
                    <a:pt x="1" y="283"/>
                    <a:pt x="0" y="282"/>
                    <a:pt x="0" y="281"/>
                  </a:cubicBezTo>
                  <a:lnTo>
                    <a:pt x="0" y="143"/>
                  </a:lnTo>
                  <a:cubicBezTo>
                    <a:pt x="0" y="142"/>
                    <a:pt x="1" y="140"/>
                    <a:pt x="2" y="139"/>
                  </a:cubicBezTo>
                  <a:lnTo>
                    <a:pt x="139" y="2"/>
                  </a:lnTo>
                  <a:cubicBezTo>
                    <a:pt x="141" y="0"/>
                    <a:pt x="145" y="0"/>
                    <a:pt x="147" y="2"/>
                  </a:cubicBezTo>
                  <a:lnTo>
                    <a:pt x="281" y="136"/>
                  </a:lnTo>
                  <a:lnTo>
                    <a:pt x="415" y="2"/>
                  </a:lnTo>
                  <a:cubicBezTo>
                    <a:pt x="417" y="0"/>
                    <a:pt x="420" y="0"/>
                    <a:pt x="422" y="2"/>
                  </a:cubicBezTo>
                  <a:lnTo>
                    <a:pt x="560" y="139"/>
                  </a:lnTo>
                  <a:cubicBezTo>
                    <a:pt x="561" y="140"/>
                    <a:pt x="561" y="142"/>
                    <a:pt x="561" y="143"/>
                  </a:cubicBezTo>
                  <a:lnTo>
                    <a:pt x="561" y="281"/>
                  </a:lnTo>
                  <a:cubicBezTo>
                    <a:pt x="561" y="282"/>
                    <a:pt x="561" y="283"/>
                    <a:pt x="560" y="284"/>
                  </a:cubicBezTo>
                  <a:lnTo>
                    <a:pt x="494" y="350"/>
                  </a:lnTo>
                  <a:lnTo>
                    <a:pt x="560" y="415"/>
                  </a:lnTo>
                  <a:cubicBezTo>
                    <a:pt x="561" y="416"/>
                    <a:pt x="561" y="417"/>
                    <a:pt x="561" y="419"/>
                  </a:cubicBezTo>
                  <a:lnTo>
                    <a:pt x="561" y="556"/>
                  </a:lnTo>
                  <a:cubicBezTo>
                    <a:pt x="561" y="558"/>
                    <a:pt x="561" y="559"/>
                    <a:pt x="560" y="560"/>
                  </a:cubicBezTo>
                  <a:lnTo>
                    <a:pt x="422" y="697"/>
                  </a:lnTo>
                  <a:cubicBezTo>
                    <a:pt x="421" y="698"/>
                    <a:pt x="420" y="699"/>
                    <a:pt x="418" y="699"/>
                  </a:cubicBezTo>
                  <a:lnTo>
                    <a:pt x="419" y="699"/>
                  </a:lnTo>
                  <a:close/>
                  <a:moveTo>
                    <a:pt x="281" y="551"/>
                  </a:moveTo>
                  <a:cubicBezTo>
                    <a:pt x="282" y="551"/>
                    <a:pt x="284" y="552"/>
                    <a:pt x="285" y="553"/>
                  </a:cubicBezTo>
                  <a:lnTo>
                    <a:pt x="419" y="687"/>
                  </a:lnTo>
                  <a:lnTo>
                    <a:pt x="551" y="554"/>
                  </a:lnTo>
                  <a:lnTo>
                    <a:pt x="551" y="421"/>
                  </a:lnTo>
                  <a:lnTo>
                    <a:pt x="484" y="353"/>
                  </a:lnTo>
                  <a:cubicBezTo>
                    <a:pt x="483" y="352"/>
                    <a:pt x="482" y="351"/>
                    <a:pt x="482" y="350"/>
                  </a:cubicBezTo>
                  <a:cubicBezTo>
                    <a:pt x="482" y="348"/>
                    <a:pt x="483" y="347"/>
                    <a:pt x="484" y="346"/>
                  </a:cubicBezTo>
                  <a:lnTo>
                    <a:pt x="551" y="279"/>
                  </a:lnTo>
                  <a:lnTo>
                    <a:pt x="551" y="145"/>
                  </a:lnTo>
                  <a:lnTo>
                    <a:pt x="419" y="13"/>
                  </a:lnTo>
                  <a:lnTo>
                    <a:pt x="285" y="147"/>
                  </a:lnTo>
                  <a:cubicBezTo>
                    <a:pt x="283" y="149"/>
                    <a:pt x="279" y="149"/>
                    <a:pt x="277" y="147"/>
                  </a:cubicBezTo>
                  <a:lnTo>
                    <a:pt x="143" y="13"/>
                  </a:lnTo>
                  <a:lnTo>
                    <a:pt x="11" y="145"/>
                  </a:lnTo>
                  <a:lnTo>
                    <a:pt x="11" y="279"/>
                  </a:lnTo>
                  <a:lnTo>
                    <a:pt x="78" y="346"/>
                  </a:lnTo>
                  <a:cubicBezTo>
                    <a:pt x="79" y="347"/>
                    <a:pt x="79" y="348"/>
                    <a:pt x="79" y="350"/>
                  </a:cubicBezTo>
                  <a:cubicBezTo>
                    <a:pt x="79" y="351"/>
                    <a:pt x="79" y="352"/>
                    <a:pt x="78" y="353"/>
                  </a:cubicBezTo>
                  <a:lnTo>
                    <a:pt x="11" y="421"/>
                  </a:lnTo>
                  <a:lnTo>
                    <a:pt x="11" y="554"/>
                  </a:lnTo>
                  <a:lnTo>
                    <a:pt x="143" y="687"/>
                  </a:lnTo>
                  <a:lnTo>
                    <a:pt x="277" y="553"/>
                  </a:lnTo>
                  <a:cubicBezTo>
                    <a:pt x="278" y="552"/>
                    <a:pt x="280" y="551"/>
                    <a:pt x="281" y="55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70" name="Google Shape;670;p40"/>
            <p:cNvGrpSpPr/>
            <p:nvPr/>
          </p:nvGrpSpPr>
          <p:grpSpPr>
            <a:xfrm>
              <a:off x="6699249" y="2924175"/>
              <a:ext cx="323854" cy="407989"/>
              <a:chOff x="6699249" y="2924175"/>
              <a:chExt cx="323854" cy="407989"/>
            </a:xfrm>
          </p:grpSpPr>
          <p:grpSp>
            <p:nvGrpSpPr>
              <p:cNvPr id="671" name="Google Shape;671;p40"/>
              <p:cNvGrpSpPr/>
              <p:nvPr/>
            </p:nvGrpSpPr>
            <p:grpSpPr>
              <a:xfrm>
                <a:off x="6699249" y="2924175"/>
                <a:ext cx="323854" cy="407989"/>
                <a:chOff x="6699249" y="2924175"/>
                <a:chExt cx="323854" cy="407989"/>
              </a:xfrm>
            </p:grpSpPr>
            <p:sp>
              <p:nvSpPr>
                <p:cNvPr id="672" name="Google Shape;672;p40"/>
                <p:cNvSpPr/>
                <p:nvPr/>
              </p:nvSpPr>
              <p:spPr>
                <a:xfrm>
                  <a:off x="6699253" y="2924175"/>
                  <a:ext cx="323850" cy="404812"/>
                </a:xfrm>
                <a:custGeom>
                  <a:rect b="b" l="l" r="r" t="t"/>
                  <a:pathLst>
                    <a:path extrusionOk="0" h="688" w="550">
                      <a:moveTo>
                        <a:pt x="550" y="137"/>
                      </a:moveTo>
                      <a:lnTo>
                        <a:pt x="550" y="275"/>
                      </a:lnTo>
                      <a:lnTo>
                        <a:pt x="481" y="344"/>
                      </a:lnTo>
                      <a:lnTo>
                        <a:pt x="550" y="413"/>
                      </a:lnTo>
                      <a:lnTo>
                        <a:pt x="550" y="550"/>
                      </a:lnTo>
                      <a:lnTo>
                        <a:pt x="413" y="688"/>
                      </a:lnTo>
                      <a:lnTo>
                        <a:pt x="275" y="550"/>
                      </a:lnTo>
                      <a:lnTo>
                        <a:pt x="137" y="688"/>
                      </a:lnTo>
                      <a:lnTo>
                        <a:pt x="0" y="550"/>
                      </a:lnTo>
                      <a:lnTo>
                        <a:pt x="0" y="413"/>
                      </a:lnTo>
                      <a:lnTo>
                        <a:pt x="68" y="344"/>
                      </a:lnTo>
                      <a:lnTo>
                        <a:pt x="0" y="275"/>
                      </a:lnTo>
                      <a:lnTo>
                        <a:pt x="0" y="137"/>
                      </a:lnTo>
                      <a:lnTo>
                        <a:pt x="137" y="0"/>
                      </a:lnTo>
                      <a:lnTo>
                        <a:pt x="275" y="137"/>
                      </a:lnTo>
                      <a:lnTo>
                        <a:pt x="413" y="0"/>
                      </a:lnTo>
                      <a:lnTo>
                        <a:pt x="550" y="137"/>
                      </a:lnTo>
                      <a:close/>
                    </a:path>
                  </a:pathLst>
                </a:custGeom>
                <a:solidFill>
                  <a:srgbClr val="5339EA"/>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73" name="Google Shape;673;p40"/>
                <p:cNvSpPr/>
                <p:nvPr/>
              </p:nvSpPr>
              <p:spPr>
                <a:xfrm>
                  <a:off x="6699249" y="2924176"/>
                  <a:ext cx="323850" cy="323850"/>
                </a:xfrm>
                <a:custGeom>
                  <a:rect b="b" l="l" r="r" t="t"/>
                  <a:pathLst>
                    <a:path extrusionOk="0" h="550" w="550">
                      <a:moveTo>
                        <a:pt x="413" y="0"/>
                      </a:moveTo>
                      <a:lnTo>
                        <a:pt x="550" y="137"/>
                      </a:lnTo>
                      <a:lnTo>
                        <a:pt x="413" y="275"/>
                      </a:lnTo>
                      <a:lnTo>
                        <a:pt x="550" y="413"/>
                      </a:lnTo>
                      <a:lnTo>
                        <a:pt x="413" y="550"/>
                      </a:lnTo>
                      <a:lnTo>
                        <a:pt x="275" y="413"/>
                      </a:lnTo>
                      <a:lnTo>
                        <a:pt x="137" y="550"/>
                      </a:lnTo>
                      <a:lnTo>
                        <a:pt x="0" y="413"/>
                      </a:lnTo>
                      <a:lnTo>
                        <a:pt x="137" y="275"/>
                      </a:lnTo>
                      <a:lnTo>
                        <a:pt x="0" y="137"/>
                      </a:lnTo>
                      <a:lnTo>
                        <a:pt x="137" y="0"/>
                      </a:lnTo>
                      <a:lnTo>
                        <a:pt x="275" y="137"/>
                      </a:lnTo>
                      <a:lnTo>
                        <a:pt x="413" y="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74" name="Google Shape;674;p40"/>
                <p:cNvSpPr/>
                <p:nvPr/>
              </p:nvSpPr>
              <p:spPr>
                <a:xfrm>
                  <a:off x="6938963" y="3244851"/>
                  <a:ext cx="6350" cy="87313"/>
                </a:xfrm>
                <a:custGeom>
                  <a:rect b="b" l="l" r="r" t="t"/>
                  <a:pathLst>
                    <a:path extrusionOk="0" h="148" w="11">
                      <a:moveTo>
                        <a:pt x="6" y="148"/>
                      </a:moveTo>
                      <a:cubicBezTo>
                        <a:pt x="3" y="148"/>
                        <a:pt x="0" y="146"/>
                        <a:pt x="0" y="143"/>
                      </a:cubicBezTo>
                      <a:lnTo>
                        <a:pt x="0" y="5"/>
                      </a:lnTo>
                      <a:cubicBezTo>
                        <a:pt x="0" y="2"/>
                        <a:pt x="3" y="0"/>
                        <a:pt x="6" y="0"/>
                      </a:cubicBezTo>
                      <a:cubicBezTo>
                        <a:pt x="8" y="0"/>
                        <a:pt x="11" y="2"/>
                        <a:pt x="11" y="5"/>
                      </a:cubicBezTo>
                      <a:lnTo>
                        <a:pt x="11" y="143"/>
                      </a:lnTo>
                      <a:cubicBezTo>
                        <a:pt x="11" y="146"/>
                        <a:pt x="8" y="148"/>
                        <a:pt x="6"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sp>
            <p:nvSpPr>
              <p:cNvPr id="675" name="Google Shape;675;p40"/>
              <p:cNvSpPr/>
              <p:nvPr/>
            </p:nvSpPr>
            <p:spPr>
              <a:xfrm>
                <a:off x="6777038" y="3244851"/>
                <a:ext cx="6350" cy="87313"/>
              </a:xfrm>
              <a:custGeom>
                <a:rect b="b" l="l" r="r" t="t"/>
                <a:pathLst>
                  <a:path extrusionOk="0" h="148" w="10">
                    <a:moveTo>
                      <a:pt x="5" y="148"/>
                    </a:moveTo>
                    <a:cubicBezTo>
                      <a:pt x="2" y="148"/>
                      <a:pt x="0" y="146"/>
                      <a:pt x="0" y="143"/>
                    </a:cubicBezTo>
                    <a:lnTo>
                      <a:pt x="0" y="5"/>
                    </a:lnTo>
                    <a:cubicBezTo>
                      <a:pt x="0" y="2"/>
                      <a:pt x="2" y="0"/>
                      <a:pt x="5" y="0"/>
                    </a:cubicBezTo>
                    <a:cubicBezTo>
                      <a:pt x="8" y="0"/>
                      <a:pt x="10" y="2"/>
                      <a:pt x="10" y="5"/>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76" name="Google Shape;676;p40"/>
              <p:cNvSpPr/>
              <p:nvPr/>
            </p:nvSpPr>
            <p:spPr>
              <a:xfrm>
                <a:off x="6858000" y="3163888"/>
                <a:ext cx="6350" cy="87313"/>
              </a:xfrm>
              <a:custGeom>
                <a:rect b="b" l="l" r="r" t="t"/>
                <a:pathLst>
                  <a:path extrusionOk="0" h="148" w="10">
                    <a:moveTo>
                      <a:pt x="5" y="148"/>
                    </a:moveTo>
                    <a:cubicBezTo>
                      <a:pt x="2" y="148"/>
                      <a:pt x="0" y="146"/>
                      <a:pt x="0" y="143"/>
                    </a:cubicBezTo>
                    <a:lnTo>
                      <a:pt x="0" y="6"/>
                    </a:lnTo>
                    <a:cubicBezTo>
                      <a:pt x="0" y="3"/>
                      <a:pt x="2" y="0"/>
                      <a:pt x="5" y="0"/>
                    </a:cubicBezTo>
                    <a:cubicBezTo>
                      <a:pt x="8" y="0"/>
                      <a:pt x="10" y="3"/>
                      <a:pt x="10" y="6"/>
                    </a:cubicBezTo>
                    <a:lnTo>
                      <a:pt x="10" y="143"/>
                    </a:lnTo>
                    <a:cubicBezTo>
                      <a:pt x="10" y="146"/>
                      <a:pt x="8" y="148"/>
                      <a:pt x="5" y="14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1"/>
          <p:cNvSpPr txBox="1"/>
          <p:nvPr>
            <p:ph type="title"/>
          </p:nvPr>
        </p:nvSpPr>
        <p:spPr>
          <a:xfrm>
            <a:off x="1578025" y="959400"/>
            <a:ext cx="5988000" cy="105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8000"/>
              <a:buFont typeface="Poppins"/>
              <a:buNone/>
            </a:pPr>
            <a:r>
              <a:rPr lang="es"/>
              <a:t>Thank you!</a:t>
            </a:r>
            <a:endParaRPr/>
          </a:p>
        </p:txBody>
      </p:sp>
      <p:sp>
        <p:nvSpPr>
          <p:cNvPr id="682" name="Google Shape;682;p41"/>
          <p:cNvSpPr txBox="1"/>
          <p:nvPr>
            <p:ph idx="1" type="subTitle"/>
          </p:nvPr>
        </p:nvSpPr>
        <p:spPr>
          <a:xfrm>
            <a:off x="1674325" y="2324350"/>
            <a:ext cx="5988000" cy="961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600"/>
              <a:buFont typeface="Arial"/>
              <a:buNone/>
            </a:pPr>
            <a:r>
              <a:rPr b="1" lang="es"/>
              <a:t>Questions?</a:t>
            </a:r>
            <a:endParaRPr b="1"/>
          </a:p>
          <a:p>
            <a:pPr indent="0" lvl="0" marL="0" rtl="0" algn="ctr">
              <a:spcBef>
                <a:spcPts val="0"/>
              </a:spcBef>
              <a:spcAft>
                <a:spcPts val="0"/>
              </a:spcAft>
              <a:buClr>
                <a:schemeClr val="dk1"/>
              </a:buClr>
              <a:buSzPts val="1600"/>
              <a:buFont typeface="Arial"/>
              <a:buNone/>
            </a:pPr>
            <a:r>
              <a:rPr b="1" lang="es"/>
              <a:t>Comments?</a:t>
            </a:r>
            <a:endParaRPr b="1"/>
          </a:p>
          <a:p>
            <a:pPr indent="0" lvl="0" marL="0" rtl="0" algn="ctr">
              <a:spcBef>
                <a:spcPts val="0"/>
              </a:spcBef>
              <a:spcAft>
                <a:spcPts val="0"/>
              </a:spcAft>
              <a:buClr>
                <a:schemeClr val="dk1"/>
              </a:buClr>
              <a:buSzPts val="1600"/>
              <a:buFont typeface="Arial"/>
              <a:buNone/>
            </a:pPr>
            <a:r>
              <a:rPr b="1" lang="es"/>
              <a:t>Concerns?</a:t>
            </a:r>
            <a:endParaRPr b="1"/>
          </a:p>
        </p:txBody>
      </p:sp>
      <p:sp>
        <p:nvSpPr>
          <p:cNvPr id="683" name="Google Shape;683;p41"/>
          <p:cNvSpPr/>
          <p:nvPr/>
        </p:nvSpPr>
        <p:spPr>
          <a:xfrm>
            <a:off x="750430" y="1480189"/>
            <a:ext cx="146050" cy="144463"/>
          </a:xfrm>
          <a:custGeom>
            <a:rect b="b" l="l" r="r" t="t"/>
            <a:pathLst>
              <a:path extrusionOk="0" h="247" w="247">
                <a:moveTo>
                  <a:pt x="123" y="0"/>
                </a:moveTo>
                <a:lnTo>
                  <a:pt x="167" y="80"/>
                </a:lnTo>
                <a:lnTo>
                  <a:pt x="247" y="124"/>
                </a:lnTo>
                <a:lnTo>
                  <a:pt x="167" y="167"/>
                </a:lnTo>
                <a:lnTo>
                  <a:pt x="123" y="247"/>
                </a:lnTo>
                <a:lnTo>
                  <a:pt x="80" y="167"/>
                </a:lnTo>
                <a:lnTo>
                  <a:pt x="0" y="124"/>
                </a:lnTo>
                <a:lnTo>
                  <a:pt x="80" y="80"/>
                </a:lnTo>
                <a:lnTo>
                  <a:pt x="123" y="0"/>
                </a:lnTo>
                <a:close/>
              </a:path>
            </a:pathLst>
          </a:custGeom>
          <a:solidFill>
            <a:schemeClr val="accent3"/>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84" name="Google Shape;684;p41"/>
          <p:cNvSpPr/>
          <p:nvPr/>
        </p:nvSpPr>
        <p:spPr>
          <a:xfrm>
            <a:off x="685651" y="3871154"/>
            <a:ext cx="129557" cy="129557"/>
          </a:xfrm>
          <a:custGeom>
            <a:rect b="b" l="l" r="r" t="t"/>
            <a:pathLst>
              <a:path extrusionOk="0" h="150" w="151">
                <a:moveTo>
                  <a:pt x="75" y="0"/>
                </a:moveTo>
                <a:lnTo>
                  <a:pt x="102" y="48"/>
                </a:lnTo>
                <a:lnTo>
                  <a:pt x="151" y="75"/>
                </a:lnTo>
                <a:lnTo>
                  <a:pt x="102" y="102"/>
                </a:lnTo>
                <a:lnTo>
                  <a:pt x="75" y="150"/>
                </a:lnTo>
                <a:lnTo>
                  <a:pt x="49" y="102"/>
                </a:lnTo>
                <a:lnTo>
                  <a:pt x="0" y="75"/>
                </a:lnTo>
                <a:lnTo>
                  <a:pt x="49" y="48"/>
                </a:lnTo>
                <a:lnTo>
                  <a:pt x="75" y="0"/>
                </a:lnTo>
                <a:close/>
              </a:path>
            </a:pathLst>
          </a:custGeom>
          <a:solidFill>
            <a:schemeClr val="accent4"/>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85" name="Google Shape;685;p41"/>
          <p:cNvSpPr/>
          <p:nvPr/>
        </p:nvSpPr>
        <p:spPr>
          <a:xfrm>
            <a:off x="543796" y="2705736"/>
            <a:ext cx="775433" cy="199042"/>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86" name="Google Shape;686;p41"/>
          <p:cNvSpPr/>
          <p:nvPr/>
        </p:nvSpPr>
        <p:spPr>
          <a:xfrm>
            <a:off x="8017419" y="2796201"/>
            <a:ext cx="177215" cy="163925"/>
          </a:xfrm>
          <a:custGeom>
            <a:rect b="b" l="l" r="r" t="t"/>
            <a:pathLst>
              <a:path extrusionOk="0" h="100" w="110">
                <a:moveTo>
                  <a:pt x="55" y="100"/>
                </a:moveTo>
                <a:cubicBezTo>
                  <a:pt x="53" y="100"/>
                  <a:pt x="51" y="98"/>
                  <a:pt x="50" y="97"/>
                </a:cubicBezTo>
                <a:lnTo>
                  <a:pt x="1" y="9"/>
                </a:lnTo>
                <a:cubicBezTo>
                  <a:pt x="0" y="7"/>
                  <a:pt x="0" y="5"/>
                  <a:pt x="1" y="3"/>
                </a:cubicBezTo>
                <a:cubicBezTo>
                  <a:pt x="2" y="2"/>
                  <a:pt x="4" y="0"/>
                  <a:pt x="6" y="0"/>
                </a:cubicBezTo>
                <a:lnTo>
                  <a:pt x="104" y="0"/>
                </a:lnTo>
                <a:cubicBezTo>
                  <a:pt x="106" y="0"/>
                  <a:pt x="108" y="2"/>
                  <a:pt x="109" y="3"/>
                </a:cubicBezTo>
                <a:cubicBezTo>
                  <a:pt x="110" y="5"/>
                  <a:pt x="110" y="7"/>
                  <a:pt x="109" y="9"/>
                </a:cubicBezTo>
                <a:lnTo>
                  <a:pt x="60" y="97"/>
                </a:lnTo>
                <a:cubicBezTo>
                  <a:pt x="59" y="98"/>
                  <a:pt x="57" y="100"/>
                  <a:pt x="55" y="100"/>
                </a:cubicBezTo>
                <a:close/>
                <a:moveTo>
                  <a:pt x="16" y="12"/>
                </a:moveTo>
                <a:lnTo>
                  <a:pt x="55" y="82"/>
                </a:lnTo>
                <a:lnTo>
                  <a:pt x="94" y="12"/>
                </a:lnTo>
                <a:lnTo>
                  <a:pt x="16" y="12"/>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87" name="Google Shape;687;p41"/>
          <p:cNvSpPr/>
          <p:nvPr/>
        </p:nvSpPr>
        <p:spPr>
          <a:xfrm>
            <a:off x="8371772" y="502026"/>
            <a:ext cx="181896" cy="177458"/>
          </a:xfrm>
          <a:custGeom>
            <a:rect b="b" l="l" r="r" t="t"/>
            <a:pathLst>
              <a:path extrusionOk="0" h="109" w="109">
                <a:moveTo>
                  <a:pt x="55" y="109"/>
                </a:moveTo>
                <a:cubicBezTo>
                  <a:pt x="53" y="109"/>
                  <a:pt x="52" y="109"/>
                  <a:pt x="51" y="108"/>
                </a:cubicBezTo>
                <a:lnTo>
                  <a:pt x="2" y="59"/>
                </a:lnTo>
                <a:cubicBezTo>
                  <a:pt x="0" y="57"/>
                  <a:pt x="0" y="53"/>
                  <a:pt x="2" y="51"/>
                </a:cubicBezTo>
                <a:lnTo>
                  <a:pt x="51" y="2"/>
                </a:lnTo>
                <a:cubicBezTo>
                  <a:pt x="53" y="0"/>
                  <a:pt x="57" y="0"/>
                  <a:pt x="59" y="2"/>
                </a:cubicBezTo>
                <a:lnTo>
                  <a:pt x="108" y="51"/>
                </a:lnTo>
                <a:cubicBezTo>
                  <a:pt x="109" y="52"/>
                  <a:pt x="109" y="53"/>
                  <a:pt x="109" y="55"/>
                </a:cubicBezTo>
                <a:cubicBezTo>
                  <a:pt x="109" y="56"/>
                  <a:pt x="109" y="58"/>
                  <a:pt x="108" y="59"/>
                </a:cubicBezTo>
                <a:lnTo>
                  <a:pt x="59" y="108"/>
                </a:lnTo>
                <a:cubicBezTo>
                  <a:pt x="58" y="109"/>
                  <a:pt x="56" y="109"/>
                  <a:pt x="55" y="109"/>
                </a:cubicBezTo>
                <a:close/>
                <a:moveTo>
                  <a:pt x="14" y="55"/>
                </a:moveTo>
                <a:lnTo>
                  <a:pt x="55" y="96"/>
                </a:lnTo>
                <a:lnTo>
                  <a:pt x="96" y="55"/>
                </a:lnTo>
                <a:lnTo>
                  <a:pt x="55" y="14"/>
                </a:lnTo>
                <a:lnTo>
                  <a:pt x="14" y="55"/>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sp>
        <p:nvSpPr>
          <p:cNvPr id="688" name="Google Shape;688;p41"/>
          <p:cNvSpPr/>
          <p:nvPr/>
        </p:nvSpPr>
        <p:spPr>
          <a:xfrm>
            <a:off x="7743221" y="4171152"/>
            <a:ext cx="902827" cy="231741"/>
          </a:xfrm>
          <a:custGeom>
            <a:rect b="b" l="l" r="r" t="t"/>
            <a:pathLst>
              <a:path extrusionOk="0" h="130" w="504">
                <a:moveTo>
                  <a:pt x="333" y="130"/>
                </a:moveTo>
                <a:lnTo>
                  <a:pt x="252" y="43"/>
                </a:lnTo>
                <a:lnTo>
                  <a:pt x="172" y="130"/>
                </a:lnTo>
                <a:lnTo>
                  <a:pt x="91" y="43"/>
                </a:lnTo>
                <a:lnTo>
                  <a:pt x="21" y="118"/>
                </a:lnTo>
                <a:lnTo>
                  <a:pt x="0" y="98"/>
                </a:lnTo>
                <a:lnTo>
                  <a:pt x="91" y="0"/>
                </a:lnTo>
                <a:lnTo>
                  <a:pt x="172" y="86"/>
                </a:lnTo>
                <a:lnTo>
                  <a:pt x="252" y="0"/>
                </a:lnTo>
                <a:lnTo>
                  <a:pt x="333" y="86"/>
                </a:lnTo>
                <a:lnTo>
                  <a:pt x="413" y="0"/>
                </a:lnTo>
                <a:lnTo>
                  <a:pt x="504" y="98"/>
                </a:lnTo>
                <a:lnTo>
                  <a:pt x="483" y="118"/>
                </a:lnTo>
                <a:lnTo>
                  <a:pt x="413" y="43"/>
                </a:lnTo>
                <a:lnTo>
                  <a:pt x="333" y="130"/>
                </a:lnTo>
                <a:close/>
              </a:path>
            </a:pathLst>
          </a:custGeom>
          <a:solidFill>
            <a:schemeClr val="lt2"/>
          </a:solid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Source Sans Pro"/>
              <a:ea typeface="Source Sans Pro"/>
              <a:cs typeface="Source Sans Pro"/>
              <a:sym typeface="Source Sans Pro"/>
            </a:endParaRPr>
          </a:p>
        </p:txBody>
      </p:sp>
      <p:grpSp>
        <p:nvGrpSpPr>
          <p:cNvPr id="689" name="Google Shape;689;p41"/>
          <p:cNvGrpSpPr/>
          <p:nvPr/>
        </p:nvGrpSpPr>
        <p:grpSpPr>
          <a:xfrm>
            <a:off x="606428" y="558962"/>
            <a:ext cx="573926" cy="93900"/>
            <a:chOff x="606428" y="558962"/>
            <a:chExt cx="573926" cy="93900"/>
          </a:xfrm>
        </p:grpSpPr>
        <p:sp>
          <p:nvSpPr>
            <p:cNvPr id="690" name="Google Shape;690;p41"/>
            <p:cNvSpPr/>
            <p:nvPr/>
          </p:nvSpPr>
          <p:spPr>
            <a:xfrm flipH="1">
              <a:off x="606428" y="558962"/>
              <a:ext cx="93900" cy="93900"/>
            </a:xfrm>
            <a:prstGeom prst="ellipse">
              <a:avLst/>
            </a:prstGeom>
            <a:solidFill>
              <a:schemeClr val="accen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91" name="Google Shape;691;p41"/>
            <p:cNvSpPr/>
            <p:nvPr/>
          </p:nvSpPr>
          <p:spPr>
            <a:xfrm flipH="1">
              <a:off x="846441" y="558962"/>
              <a:ext cx="93900" cy="93900"/>
            </a:xfrm>
            <a:prstGeom prst="ellipse">
              <a:avLst/>
            </a:prstGeom>
            <a:solidFill>
              <a:schemeClr val="accent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sp>
          <p:nvSpPr>
            <p:cNvPr id="692" name="Google Shape;692;p41"/>
            <p:cNvSpPr/>
            <p:nvPr/>
          </p:nvSpPr>
          <p:spPr>
            <a:xfrm flipH="1">
              <a:off x="1086454" y="558962"/>
              <a:ext cx="93900" cy="93900"/>
            </a:xfrm>
            <a:prstGeom prst="ellipse">
              <a:avLst/>
            </a:prstGeom>
            <a:solidFill>
              <a:schemeClr val="accent3"/>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Source Sans Pro"/>
                <a:ea typeface="Source Sans Pro"/>
                <a:cs typeface="Source Sans Pro"/>
                <a:sym typeface="Source Sans Pro"/>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gramming &amp; Code Learning Academy by Slidesgo">
  <a:themeElements>
    <a:clrScheme name="Simple Light">
      <a:dk1>
        <a:srgbClr val="000000"/>
      </a:dk1>
      <a:lt1>
        <a:srgbClr val="FFFFFF"/>
      </a:lt1>
      <a:dk2>
        <a:srgbClr val="44546A"/>
      </a:dk2>
      <a:lt2>
        <a:srgbClr val="BAA5FF"/>
      </a:lt2>
      <a:accent1>
        <a:srgbClr val="5339EA"/>
      </a:accent1>
      <a:accent2>
        <a:srgbClr val="DBFE87"/>
      </a:accent2>
      <a:accent3>
        <a:srgbClr val="E6A2D0"/>
      </a:accent3>
      <a:accent4>
        <a:srgbClr val="60C7B8"/>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